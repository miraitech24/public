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wav" ContentType="audio/wav"/>
  <Default Extension="jpeg" ContentType="image/jpeg"/>
  <Default Extension="png" ContentType="image/png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theme/theme10.xml" ContentType="application/vnd.openxmlformats-officedocument.theme+xml"/>
  <Override PartName="/ppt/theme/theme8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5.xml" ContentType="application/vnd.openxmlformats-officedocument.theme+xml"/>
  <Override PartName="/docProps/app.xml" ContentType="application/vnd.openxmlformats-officedocument.extended-properties+xml"/>
  <Override PartName="/ppt/theme/theme7.xml" ContentType="application/vnd.openxmlformats-officedocument.theme+xml"/>
  <Override PartName="/ppt/viewProps.xml" ContentType="application/vnd.openxmlformats-officedocument.presentationml.viewProps+xml"/>
  <Override PartName="/ppt/theme/theme12.xml" ContentType="application/vnd.openxmlformats-officedocument.theme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docProps/core.xml" ContentType="application/vnd.openxmlformats-package.core-properties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theme/theme6.xml" ContentType="application/vnd.openxmlformats-officedocument.theme+xml"/>
  <Override PartName="/ppt/slideMasters/slideMaster7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theme/theme9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11.xml" ContentType="application/vnd.openxmlformats-officedocument.theme+xml"/>
  <Override PartName="/docProps/custom.xml" ContentType="application/vnd.openxmlformats-officedocument.custom-properties+xml"/>
  <Override PartName="/ppt/slideLayouts/slideLayout8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Masters/slideMaster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ppt/slideMasters/slideMaster1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6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</p:sldMasterIdLst>
  <p:notesMasterIdLst>
    <p:notesMasterId r:id="rId32"/>
  </p:notesMasterIdLst>
  <p:sldIdLst>
    <p:sldId id="256" r:id="rId24"/>
    <p:sldId id="257" r:id="rId25"/>
    <p:sldId id="258" r:id="rId26"/>
    <p:sldId id="259" r:id="rId27"/>
    <p:sldId id="260" r:id="rId28"/>
    <p:sldId id="261" r:id="rId29"/>
    <p:sldId id="262" r:id="rId30"/>
    <p:sldId id="263" r:id="rId31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>
        <p:scale>
          <a:sx n="0" d="6"/>
          <a:sy n="0" d="2"/>
        </p:scale>
        <p:origin x="708404880" y="0"/>
      </p:cViewPr>
      <p:guideLst>
        <p:guide pos="2880"/>
        <p:guide pos="162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1" Type="http://schemas.openxmlformats.org/officeDocument/2006/relationships/slideMaster" Target="slideMasters/slideMaster11.xml"/><Relationship Id="rId12" Type="http://schemas.openxmlformats.org/officeDocument/2006/relationships/theme" Target="theme/theme1.xml"/><Relationship Id="rId13" Type="http://schemas.openxmlformats.org/officeDocument/2006/relationships/theme" Target="theme/theme2.xml"/><Relationship Id="rId14" Type="http://schemas.openxmlformats.org/officeDocument/2006/relationships/theme" Target="theme/theme3.xml"/><Relationship Id="rId15" Type="http://schemas.openxmlformats.org/officeDocument/2006/relationships/theme" Target="theme/theme4.xml"/><Relationship Id="rId16" Type="http://schemas.openxmlformats.org/officeDocument/2006/relationships/theme" Target="theme/theme5.xml"/><Relationship Id="rId17" Type="http://schemas.openxmlformats.org/officeDocument/2006/relationships/theme" Target="theme/theme6.xml"/><Relationship Id="rId18" Type="http://schemas.openxmlformats.org/officeDocument/2006/relationships/theme" Target="theme/theme7.xml"/><Relationship Id="rId19" Type="http://schemas.openxmlformats.org/officeDocument/2006/relationships/theme" Target="theme/theme8.xml"/><Relationship Id="rId20" Type="http://schemas.openxmlformats.org/officeDocument/2006/relationships/theme" Target="theme/theme9.xml"/><Relationship Id="rId21" Type="http://schemas.openxmlformats.org/officeDocument/2006/relationships/theme" Target="theme/theme10.xml"/><Relationship Id="rId22" Type="http://schemas.openxmlformats.org/officeDocument/2006/relationships/theme" Target="theme/theme11.xml"/><Relationship Id="rId23" Type="http://schemas.openxmlformats.org/officeDocument/2006/relationships/theme" Target="theme/theme12.xml"/><Relationship Id="rId24" Type="http://schemas.openxmlformats.org/officeDocument/2006/relationships/slide" Target="slides/slide1.xml"/><Relationship Id="rId25" Type="http://schemas.openxmlformats.org/officeDocument/2006/relationships/slide" Target="slides/slide2.xml"/><Relationship Id="rId26" Type="http://schemas.openxmlformats.org/officeDocument/2006/relationships/slide" Target="slides/slide3.xml"/><Relationship Id="rId27" Type="http://schemas.openxmlformats.org/officeDocument/2006/relationships/slide" Target="slides/slide4.xml"/><Relationship Id="rId28" Type="http://schemas.openxmlformats.org/officeDocument/2006/relationships/slide" Target="slides/slide5.xml"/><Relationship Id="rId29" Type="http://schemas.openxmlformats.org/officeDocument/2006/relationships/slide" Target="slides/slide6.xml"/><Relationship Id="rId30" Type="http://schemas.openxmlformats.org/officeDocument/2006/relationships/slide" Target="slides/slide7.xml"/><Relationship Id="rId31" Type="http://schemas.openxmlformats.org/officeDocument/2006/relationships/slide" Target="slides/slide8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 /><Relationship Id="rId34" Type="http://schemas.openxmlformats.org/officeDocument/2006/relationships/tableStyles" Target="tableStyles.xml" /><Relationship Id="rId3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5659790" name="PlaceHolder 1"/>
          <p:cNvSpPr>
            <a:spLocks noGrp="1"/>
          </p:cNvSpPr>
          <p:nvPr>
            <p:ph type="sldImg"/>
          </p:nvPr>
        </p:nvSpPr>
        <p:spPr bwMode="auto"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defRPr/>
            </a:pPr>
            <a:r>
              <a:rPr lang="ja-JP" sz="4400" b="0" strike="noStrike" spc="-1">
                <a:solidFill>
                  <a:srgbClr val="000000"/>
                </a:solidFill>
                <a:latin typeface="Arial"/>
              </a:rPr>
              <a:t>クリックしてスライドを移動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361209" name="PlaceHolder 2"/>
          <p:cNvSpPr>
            <a:spLocks noGrp="1"/>
          </p:cNvSpPr>
          <p:nvPr>
            <p:ph type="body"/>
          </p:nvPr>
        </p:nvSpPr>
        <p:spPr bwMode="auto">
          <a:xfrm>
            <a:off x="756000" y="5078520"/>
            <a:ext cx="6047640" cy="481103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216000" indent="-216000">
              <a:buNone/>
              <a:defRPr/>
            </a:pPr>
            <a:r>
              <a:rPr lang="ja-JP" sz="2000" b="0" strike="noStrike" spc="-1">
                <a:solidFill>
                  <a:srgbClr val="000000"/>
                </a:solidFill>
                <a:latin typeface="Arial"/>
              </a:rPr>
              <a:t>クリックしてノートの書式を編集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2509936" name="PlaceHolder 3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Noto Serif CJK JP"/>
              </a:rPr>
              <a:t>&lt;ヘッダー&gt;</a:t>
            </a:r>
            <a:endParaRPr lang="en-US" sz="1400" b="0" strike="noStrike" spc="-1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15077790" name="PlaceHolder 4"/>
          <p:cNvSpPr>
            <a:spLocks noGrp="1"/>
          </p:cNvSpPr>
          <p:nvPr>
            <p:ph type="dt" idx="34"/>
          </p:nvPr>
        </p:nvSpPr>
        <p:spPr bwMode="auto"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Noto Serif CJK JP"/>
              </a:defRPr>
            </a:lvl1pPr>
          </a:lstStyle>
          <a:p>
            <a:pPr indent="0" algn="r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Noto Serif CJK JP"/>
              </a:rPr>
              <a:t>&lt;日付/時刻&gt;</a:t>
            </a:r>
            <a:endParaRPr lang="en-US" sz="1400" b="0" strike="noStrike" spc="-1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1971204183" name="PlaceHolder 5"/>
          <p:cNvSpPr>
            <a:spLocks noGrp="1"/>
          </p:cNvSpPr>
          <p:nvPr>
            <p:ph type="ftr" idx="35"/>
          </p:nvPr>
        </p:nvSpPr>
        <p:spPr bwMode="auto"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Noto Serif CJK JP"/>
              </a:defRPr>
            </a:lvl1pPr>
          </a:lstStyle>
          <a:p>
            <a:pPr indent="0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Noto Serif CJK JP"/>
              </a:rPr>
              <a:t>&lt;フッター&gt;</a:t>
            </a:r>
            <a:endParaRPr lang="en-US" sz="1400" b="0" strike="noStrike" spc="-1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1771784956" name="PlaceHolder 6"/>
          <p:cNvSpPr>
            <a:spLocks noGrp="1"/>
          </p:cNvSpPr>
          <p:nvPr>
            <p:ph type="sldNum" idx="36"/>
          </p:nvPr>
        </p:nvSpPr>
        <p:spPr bwMode="auto"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Noto Serif CJK JP"/>
              </a:defRPr>
            </a:lvl1pPr>
          </a:lstStyle>
          <a:p>
            <a:pPr indent="0" algn="r">
              <a:buNone/>
              <a:defRPr/>
            </a:pPr>
            <a:fld id="{20859476-C610-4AC0-98B9-CA154C6C69B4}" type="slidenum">
              <a:rPr lang="en-US" sz="1400" b="0" strike="noStrike" spc="-1">
                <a:solidFill>
                  <a:srgbClr val="000000"/>
                </a:solidFill>
                <a:latin typeface="Noto Serif CJK JP"/>
              </a:rPr>
              <a:t>&lt;番号&gt;</a:t>
            </a:fld>
            <a:endParaRPr lang="en-US" sz="1400" b="0" strike="noStrike" spc="-1">
              <a:solidFill>
                <a:srgbClr val="000000"/>
              </a:solidFill>
              <a:latin typeface="Noto Serif CJK JP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2311153" name="PlaceHolder 1"/>
          <p:cNvSpPr>
            <a:spLocks noGrp="1"/>
          </p:cNvSpPr>
          <p:nvPr>
            <p:ph type="sldImg"/>
          </p:nvPr>
        </p:nvSpPr>
        <p:spPr bwMode="auto">
          <a:xfrm>
            <a:off x="381240" y="694800"/>
            <a:ext cx="6094800" cy="3428280"/>
          </a:xfrm>
          <a:prstGeom prst="rect">
            <a:avLst/>
          </a:prstGeom>
          <a:ln w="0">
            <a:noFill/>
          </a:ln>
        </p:spPr>
      </p:sp>
      <p:sp>
        <p:nvSpPr>
          <p:cNvPr id="670168061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marL="216000" indent="-216000">
              <a:buNone/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2653649" name="PlaceHolder 3"/>
          <p:cNvSpPr>
            <a:spLocks noGrp="1"/>
          </p:cNvSpPr>
          <p:nvPr>
            <p:ph type="sldNum" idx="37"/>
          </p:nvPr>
        </p:nvSpPr>
        <p:spPr bwMode="auto"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400" b="0" strike="noStrike" spc="-1">
              <a:solidFill>
                <a:srgbClr val="000000"/>
              </a:solidFill>
              <a:latin typeface="Noto Serif CJK JP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4107935" name="PlaceHolder 1"/>
          <p:cNvSpPr>
            <a:spLocks noGrp="1"/>
          </p:cNvSpPr>
          <p:nvPr>
            <p:ph type="sldImg"/>
          </p:nvPr>
        </p:nvSpPr>
        <p:spPr bwMode="auto">
          <a:xfrm>
            <a:off x="381240" y="694800"/>
            <a:ext cx="6094800" cy="3428280"/>
          </a:xfrm>
          <a:prstGeom prst="rect">
            <a:avLst/>
          </a:prstGeom>
          <a:ln w="0">
            <a:noFill/>
          </a:ln>
        </p:spPr>
      </p:sp>
      <p:sp>
        <p:nvSpPr>
          <p:cNvPr id="910415798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marL="216000" indent="-216000">
              <a:buNone/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1504434" name="PlaceHolder 3"/>
          <p:cNvSpPr>
            <a:spLocks noGrp="1"/>
          </p:cNvSpPr>
          <p:nvPr>
            <p:ph type="sldNum" idx="38"/>
          </p:nvPr>
        </p:nvSpPr>
        <p:spPr bwMode="auto"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400" b="0" strike="noStrike" spc="-1">
              <a:solidFill>
                <a:srgbClr val="000000"/>
              </a:solidFill>
              <a:latin typeface="Noto Serif CJK JP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7800826" name="PlaceHolder 1"/>
          <p:cNvSpPr>
            <a:spLocks noGrp="1"/>
          </p:cNvSpPr>
          <p:nvPr>
            <p:ph type="sldImg"/>
          </p:nvPr>
        </p:nvSpPr>
        <p:spPr bwMode="auto">
          <a:xfrm>
            <a:off x="381240" y="694800"/>
            <a:ext cx="6094800" cy="3428280"/>
          </a:xfrm>
          <a:prstGeom prst="rect">
            <a:avLst/>
          </a:prstGeom>
          <a:ln w="0">
            <a:noFill/>
          </a:ln>
        </p:spPr>
      </p:sp>
      <p:sp>
        <p:nvSpPr>
          <p:cNvPr id="1132571746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marL="216000" indent="-216000">
              <a:buNone/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1070972" name="PlaceHolder 3"/>
          <p:cNvSpPr>
            <a:spLocks noGrp="1"/>
          </p:cNvSpPr>
          <p:nvPr>
            <p:ph type="sldNum" idx="39"/>
          </p:nvPr>
        </p:nvSpPr>
        <p:spPr bwMode="auto"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400" b="0" strike="noStrike" spc="-1">
              <a:solidFill>
                <a:srgbClr val="000000"/>
              </a:solidFill>
              <a:latin typeface="Noto Serif CJK JP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3583393" name="PlaceHolder 1"/>
          <p:cNvSpPr>
            <a:spLocks noGrp="1"/>
          </p:cNvSpPr>
          <p:nvPr>
            <p:ph type="sldImg"/>
          </p:nvPr>
        </p:nvSpPr>
        <p:spPr bwMode="auto">
          <a:xfrm>
            <a:off x="381240" y="694800"/>
            <a:ext cx="6094800" cy="3428280"/>
          </a:xfrm>
          <a:prstGeom prst="rect">
            <a:avLst/>
          </a:prstGeom>
          <a:ln w="0">
            <a:noFill/>
          </a:ln>
        </p:spPr>
      </p:sp>
      <p:sp>
        <p:nvSpPr>
          <p:cNvPr id="424457039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marL="216000" indent="-216000">
              <a:buNone/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426449" name="PlaceHolder 3"/>
          <p:cNvSpPr>
            <a:spLocks noGrp="1"/>
          </p:cNvSpPr>
          <p:nvPr>
            <p:ph type="sldNum" idx="40"/>
          </p:nvPr>
        </p:nvSpPr>
        <p:spPr bwMode="auto"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400" b="0" strike="noStrike" spc="-1">
              <a:solidFill>
                <a:srgbClr val="000000"/>
              </a:solidFill>
              <a:latin typeface="Noto Serif CJK JP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381537" name="PlaceHolder 1"/>
          <p:cNvSpPr>
            <a:spLocks noGrp="1"/>
          </p:cNvSpPr>
          <p:nvPr>
            <p:ph type="sldImg"/>
          </p:nvPr>
        </p:nvSpPr>
        <p:spPr bwMode="auto">
          <a:xfrm>
            <a:off x="381240" y="694800"/>
            <a:ext cx="6094800" cy="3428280"/>
          </a:xfrm>
          <a:prstGeom prst="rect">
            <a:avLst/>
          </a:prstGeom>
          <a:ln w="0">
            <a:noFill/>
          </a:ln>
        </p:spPr>
      </p:sp>
      <p:sp>
        <p:nvSpPr>
          <p:cNvPr id="1245320702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marL="216000" indent="-216000">
              <a:buNone/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010008" name="PlaceHolder 3"/>
          <p:cNvSpPr>
            <a:spLocks noGrp="1"/>
          </p:cNvSpPr>
          <p:nvPr>
            <p:ph type="sldNum" idx="41"/>
          </p:nvPr>
        </p:nvSpPr>
        <p:spPr bwMode="auto"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400" b="0" strike="noStrike" spc="-1">
              <a:solidFill>
                <a:srgbClr val="000000"/>
              </a:solidFill>
              <a:latin typeface="Noto Serif CJK JP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0307402" name="PlaceHolder 1"/>
          <p:cNvSpPr>
            <a:spLocks noGrp="1"/>
          </p:cNvSpPr>
          <p:nvPr>
            <p:ph type="sldImg"/>
          </p:nvPr>
        </p:nvSpPr>
        <p:spPr bwMode="auto">
          <a:xfrm>
            <a:off x="381240" y="694800"/>
            <a:ext cx="6094800" cy="3428280"/>
          </a:xfrm>
          <a:prstGeom prst="rect">
            <a:avLst/>
          </a:prstGeom>
          <a:ln w="0">
            <a:noFill/>
          </a:ln>
        </p:spPr>
      </p:sp>
      <p:sp>
        <p:nvSpPr>
          <p:cNvPr id="257977314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marL="216000" indent="-216000">
              <a:buNone/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124248" name="PlaceHolder 3"/>
          <p:cNvSpPr>
            <a:spLocks noGrp="1"/>
          </p:cNvSpPr>
          <p:nvPr>
            <p:ph type="sldNum" idx="42"/>
          </p:nvPr>
        </p:nvSpPr>
        <p:spPr bwMode="auto"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400" b="0" strike="noStrike" spc="-1">
              <a:solidFill>
                <a:srgbClr val="000000"/>
              </a:solidFill>
              <a:latin typeface="Noto Serif CJK JP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3655791" name="PlaceHolder 1"/>
          <p:cNvSpPr>
            <a:spLocks noGrp="1"/>
          </p:cNvSpPr>
          <p:nvPr>
            <p:ph type="sldImg"/>
          </p:nvPr>
        </p:nvSpPr>
        <p:spPr bwMode="auto">
          <a:xfrm>
            <a:off x="381240" y="694800"/>
            <a:ext cx="6094800" cy="3428280"/>
          </a:xfrm>
          <a:prstGeom prst="rect">
            <a:avLst/>
          </a:prstGeom>
          <a:ln w="0">
            <a:noFill/>
          </a:ln>
        </p:spPr>
      </p:sp>
      <p:sp>
        <p:nvSpPr>
          <p:cNvPr id="273364128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marL="216000" indent="-216000">
              <a:buNone/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7735723" name="PlaceHolder 3"/>
          <p:cNvSpPr>
            <a:spLocks noGrp="1"/>
          </p:cNvSpPr>
          <p:nvPr>
            <p:ph type="sldNum" idx="43"/>
          </p:nvPr>
        </p:nvSpPr>
        <p:spPr bwMode="auto"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400" b="0" strike="noStrike" spc="-1">
              <a:solidFill>
                <a:srgbClr val="000000"/>
              </a:solidFill>
              <a:latin typeface="Noto Serif CJK JP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4311060" name="PlaceHolder 1"/>
          <p:cNvSpPr>
            <a:spLocks noGrp="1"/>
          </p:cNvSpPr>
          <p:nvPr>
            <p:ph type="sldImg"/>
          </p:nvPr>
        </p:nvSpPr>
        <p:spPr bwMode="auto">
          <a:xfrm>
            <a:off x="381240" y="694800"/>
            <a:ext cx="6094800" cy="3428280"/>
          </a:xfrm>
          <a:prstGeom prst="rect">
            <a:avLst/>
          </a:prstGeom>
          <a:ln w="0">
            <a:noFill/>
          </a:ln>
        </p:spPr>
      </p:sp>
      <p:sp>
        <p:nvSpPr>
          <p:cNvPr id="1522857596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marL="216000" indent="-216000">
              <a:buNone/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3065127" name="PlaceHolder 3"/>
          <p:cNvSpPr>
            <a:spLocks noGrp="1"/>
          </p:cNvSpPr>
          <p:nvPr>
            <p:ph type="sldNum" idx="44"/>
          </p:nvPr>
        </p:nvSpPr>
        <p:spPr bwMode="auto"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400" b="0" strike="noStrike" spc="-1">
              <a:solidFill>
                <a:srgbClr val="000000"/>
              </a:solidFill>
              <a:latin typeface="Noto Serif CJK JP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3698037" name="PlaceHolder 1"/>
          <p:cNvSpPr>
            <a:spLocks noGrp="1"/>
          </p:cNvSpPr>
          <p:nvPr>
            <p:ph type="title"/>
          </p:nvPr>
        </p:nvSpPr>
        <p:spPr bwMode="auto">
          <a:xfrm>
            <a:off x="1187640" y="205920"/>
            <a:ext cx="7498440" cy="8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2381269" name="PlaceHolder 2"/>
          <p:cNvSpPr>
            <a:spLocks noGrp="1"/>
          </p:cNvSpPr>
          <p:nvPr>
            <p:ph type="subTitle"/>
          </p:nvPr>
        </p:nvSpPr>
        <p:spPr bwMode="auto">
          <a:xfrm>
            <a:off x="1187640" y="1200240"/>
            <a:ext cx="7498440" cy="339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3078283" name="PlaceHolder 3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098422510" name="PlaceHolder 4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553834A4-6C9B-4B85-B0B0-24B9E624C75A}" type="slidenum">
              <a:rPr/>
              <a:t>&lt;#&gt;</a:t>
            </a:fld>
            <a:endParaRPr/>
          </a:p>
        </p:txBody>
      </p:sp>
      <p:sp>
        <p:nvSpPr>
          <p:cNvPr id="1522509681" name="PlaceHolder 5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4110055" name="PlaceHolder 1"/>
          <p:cNvSpPr>
            <a:spLocks noGrp="1"/>
          </p:cNvSpPr>
          <p:nvPr>
            <p:ph type="ftr" idx="4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95597618" name="PlaceHolder 2"/>
          <p:cNvSpPr>
            <a:spLocks noGrp="1"/>
          </p:cNvSpPr>
          <p:nvPr>
            <p:ph type="sldNum" idx="5"/>
          </p:nvPr>
        </p:nvSpPr>
        <p:spPr bwMode="auto"/>
        <p:txBody>
          <a:bodyPr/>
          <a:p>
            <a:pPr>
              <a:defRPr/>
            </a:pPr>
            <a:fld id="{19BF1383-1778-4043-9DF2-97871BE370DA}" type="slidenum">
              <a:rPr/>
              <a:t>&lt;#&gt;</a:t>
            </a:fld>
            <a:endParaRPr/>
          </a:p>
        </p:txBody>
      </p:sp>
      <p:sp>
        <p:nvSpPr>
          <p:cNvPr id="113516559" name="PlaceHolder 3"/>
          <p:cNvSpPr>
            <a:spLocks noGrp="1"/>
          </p:cNvSpPr>
          <p:nvPr>
            <p:ph type="dt" idx="6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0793373" name="PlaceHolder 1"/>
          <p:cNvSpPr>
            <a:spLocks noGrp="1"/>
          </p:cNvSpPr>
          <p:nvPr>
            <p:ph type="ftr" idx="7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992867701" name="PlaceHolder 2"/>
          <p:cNvSpPr>
            <a:spLocks noGrp="1"/>
          </p:cNvSpPr>
          <p:nvPr>
            <p:ph type="sldNum" idx="8"/>
          </p:nvPr>
        </p:nvSpPr>
        <p:spPr bwMode="auto"/>
        <p:txBody>
          <a:bodyPr/>
          <a:p>
            <a:pPr>
              <a:defRPr/>
            </a:pPr>
            <a:fld id="{A28DB04E-F134-424C-9938-01ED811158BC}" type="slidenum">
              <a:rPr/>
              <a:t>&lt;#&gt;</a:t>
            </a:fld>
            <a:endParaRPr/>
          </a:p>
        </p:txBody>
      </p:sp>
      <p:sp>
        <p:nvSpPr>
          <p:cNvPr id="2091627749" name="PlaceHolder 3"/>
          <p:cNvSpPr>
            <a:spLocks noGrp="1"/>
          </p:cNvSpPr>
          <p:nvPr>
            <p:ph type="dt" idx="9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8118713" name="PlaceHolder 1"/>
          <p:cNvSpPr>
            <a:spLocks noGrp="1"/>
          </p:cNvSpPr>
          <p:nvPr>
            <p:ph type="title"/>
          </p:nvPr>
        </p:nvSpPr>
        <p:spPr bwMode="auto">
          <a:xfrm>
            <a:off x="1187640" y="205920"/>
            <a:ext cx="7498440" cy="8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269803" name="PlaceHolder 2"/>
          <p:cNvSpPr>
            <a:spLocks noGrp="1"/>
          </p:cNvSpPr>
          <p:nvPr>
            <p:ph/>
          </p:nvPr>
        </p:nvSpPr>
        <p:spPr bwMode="auto">
          <a:xfrm>
            <a:off x="1187640" y="1200240"/>
            <a:ext cx="7498440" cy="339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758825" name="PlaceHolder 3"/>
          <p:cNvSpPr>
            <a:spLocks noGrp="1"/>
          </p:cNvSpPr>
          <p:nvPr>
            <p:ph type="ftr" idx="10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191271486" name="PlaceHolder 4"/>
          <p:cNvSpPr>
            <a:spLocks noGrp="1"/>
          </p:cNvSpPr>
          <p:nvPr>
            <p:ph type="sldNum" idx="11"/>
          </p:nvPr>
        </p:nvSpPr>
        <p:spPr bwMode="auto"/>
        <p:txBody>
          <a:bodyPr/>
          <a:p>
            <a:pPr>
              <a:defRPr/>
            </a:pPr>
            <a:fld id="{EE05BDE8-BCF5-401E-AFE0-019B8254B038}" type="slidenum">
              <a:rPr/>
              <a:t>&lt;#&gt;</a:t>
            </a:fld>
            <a:endParaRPr/>
          </a:p>
        </p:txBody>
      </p:sp>
      <p:sp>
        <p:nvSpPr>
          <p:cNvPr id="259099852" name="PlaceHolder 5"/>
          <p:cNvSpPr>
            <a:spLocks noGrp="1"/>
          </p:cNvSpPr>
          <p:nvPr>
            <p:ph type="dt" idx="12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924787" name="PlaceHolder 1"/>
          <p:cNvSpPr>
            <a:spLocks noGrp="1"/>
          </p:cNvSpPr>
          <p:nvPr>
            <p:ph type="ftr" idx="13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2103730582" name="PlaceHolder 2"/>
          <p:cNvSpPr>
            <a:spLocks noGrp="1"/>
          </p:cNvSpPr>
          <p:nvPr>
            <p:ph type="sldNum" idx="14"/>
          </p:nvPr>
        </p:nvSpPr>
        <p:spPr bwMode="auto"/>
        <p:txBody>
          <a:bodyPr/>
          <a:p>
            <a:pPr>
              <a:defRPr/>
            </a:pPr>
            <a:fld id="{865B6EA6-C6B2-4E10-83A0-D2031EA3B0DA}" type="slidenum">
              <a:rPr/>
              <a:t>&lt;#&gt;</a:t>
            </a:fld>
            <a:endParaRPr/>
          </a:p>
        </p:txBody>
      </p:sp>
      <p:sp>
        <p:nvSpPr>
          <p:cNvPr id="1616711043" name="PlaceHolder 3"/>
          <p:cNvSpPr>
            <a:spLocks noGrp="1"/>
          </p:cNvSpPr>
          <p:nvPr>
            <p:ph type="dt" idx="15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7797907" name="PlaceHolder 1"/>
          <p:cNvSpPr>
            <a:spLocks noGrp="1"/>
          </p:cNvSpPr>
          <p:nvPr>
            <p:ph type="title"/>
          </p:nvPr>
        </p:nvSpPr>
        <p:spPr bwMode="auto">
          <a:xfrm>
            <a:off x="1187640" y="205920"/>
            <a:ext cx="7498440" cy="8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4528562" name="PlaceHolder 2"/>
          <p:cNvSpPr>
            <a:spLocks noGrp="1"/>
          </p:cNvSpPr>
          <p:nvPr>
            <p:ph/>
          </p:nvPr>
        </p:nvSpPr>
        <p:spPr bwMode="auto">
          <a:xfrm>
            <a:off x="1187640" y="1200240"/>
            <a:ext cx="3659040" cy="339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809219" name="PlaceHolder 3"/>
          <p:cNvSpPr>
            <a:spLocks noGrp="1"/>
          </p:cNvSpPr>
          <p:nvPr>
            <p:ph/>
          </p:nvPr>
        </p:nvSpPr>
        <p:spPr bwMode="auto">
          <a:xfrm>
            <a:off x="5029920" y="1200240"/>
            <a:ext cx="3659040" cy="339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862682" name="PlaceHolder 4"/>
          <p:cNvSpPr>
            <a:spLocks noGrp="1"/>
          </p:cNvSpPr>
          <p:nvPr>
            <p:ph type="ftr" idx="16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568548610" name="PlaceHolder 5"/>
          <p:cNvSpPr>
            <a:spLocks noGrp="1"/>
          </p:cNvSpPr>
          <p:nvPr>
            <p:ph type="sldNum" idx="17"/>
          </p:nvPr>
        </p:nvSpPr>
        <p:spPr bwMode="auto"/>
        <p:txBody>
          <a:bodyPr/>
          <a:p>
            <a:pPr>
              <a:defRPr/>
            </a:pPr>
            <a:fld id="{29CC8457-EA6A-47D8-A372-BAF22CDB316A}" type="slidenum">
              <a:rPr/>
              <a:t>&lt;#&gt;</a:t>
            </a:fld>
            <a:endParaRPr/>
          </a:p>
        </p:txBody>
      </p:sp>
      <p:sp>
        <p:nvSpPr>
          <p:cNvPr id="1920391634" name="PlaceHolder 6"/>
          <p:cNvSpPr>
            <a:spLocks noGrp="1"/>
          </p:cNvSpPr>
          <p:nvPr>
            <p:ph type="dt" idx="18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7282370" name="PlaceHolder 1"/>
          <p:cNvSpPr>
            <a:spLocks noGrp="1"/>
          </p:cNvSpPr>
          <p:nvPr>
            <p:ph type="ftr" idx="19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490387942" name="PlaceHolder 2"/>
          <p:cNvSpPr>
            <a:spLocks noGrp="1"/>
          </p:cNvSpPr>
          <p:nvPr>
            <p:ph type="sldNum" idx="20"/>
          </p:nvPr>
        </p:nvSpPr>
        <p:spPr bwMode="auto"/>
        <p:txBody>
          <a:bodyPr/>
          <a:p>
            <a:pPr>
              <a:defRPr/>
            </a:pPr>
            <a:fld id="{6957606F-ACCE-4B16-B0CA-530E3ACDEE79}" type="slidenum">
              <a:rPr/>
              <a:t>&lt;#&gt;</a:t>
            </a:fld>
            <a:endParaRPr/>
          </a:p>
        </p:txBody>
      </p:sp>
      <p:sp>
        <p:nvSpPr>
          <p:cNvPr id="1001716859" name="PlaceHolder 3"/>
          <p:cNvSpPr>
            <a:spLocks noGrp="1"/>
          </p:cNvSpPr>
          <p:nvPr>
            <p:ph type="dt" idx="21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6278703" name="PlaceHolder 1"/>
          <p:cNvSpPr>
            <a:spLocks noGrp="1"/>
          </p:cNvSpPr>
          <p:nvPr>
            <p:ph type="title"/>
          </p:nvPr>
        </p:nvSpPr>
        <p:spPr bwMode="auto">
          <a:xfrm>
            <a:off x="1187640" y="205920"/>
            <a:ext cx="7498440" cy="8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7065387" name="PlaceHolder 2"/>
          <p:cNvSpPr>
            <a:spLocks noGrp="1"/>
          </p:cNvSpPr>
          <p:nvPr>
            <p:ph type="ftr" idx="22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19875950" name="PlaceHolder 3"/>
          <p:cNvSpPr>
            <a:spLocks noGrp="1"/>
          </p:cNvSpPr>
          <p:nvPr>
            <p:ph type="sldNum" idx="23"/>
          </p:nvPr>
        </p:nvSpPr>
        <p:spPr bwMode="auto"/>
        <p:txBody>
          <a:bodyPr/>
          <a:p>
            <a:pPr>
              <a:defRPr/>
            </a:pPr>
            <a:fld id="{2ACFC96D-7EDD-4847-82EA-D3068AD888D5}" type="slidenum">
              <a:rPr/>
              <a:t>&lt;#&gt;</a:t>
            </a:fld>
            <a:endParaRPr/>
          </a:p>
        </p:txBody>
      </p:sp>
      <p:sp>
        <p:nvSpPr>
          <p:cNvPr id="1195201255" name="PlaceHolder 4"/>
          <p:cNvSpPr>
            <a:spLocks noGrp="1"/>
          </p:cNvSpPr>
          <p:nvPr>
            <p:ph type="dt" idx="24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3890706" name="PlaceHolder 1"/>
          <p:cNvSpPr>
            <a:spLocks noGrp="1"/>
          </p:cNvSpPr>
          <p:nvPr>
            <p:ph type="ftr" idx="25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661517448" name="PlaceHolder 2"/>
          <p:cNvSpPr>
            <a:spLocks noGrp="1"/>
          </p:cNvSpPr>
          <p:nvPr>
            <p:ph type="sldNum" idx="26"/>
          </p:nvPr>
        </p:nvSpPr>
        <p:spPr bwMode="auto"/>
        <p:txBody>
          <a:bodyPr/>
          <a:p>
            <a:pPr>
              <a:defRPr/>
            </a:pPr>
            <a:fld id="{001CFB7A-23CF-40BA-BAC3-CFCA6EAC7F84}" type="slidenum">
              <a:rPr/>
              <a:t>&lt;#&gt;</a:t>
            </a:fld>
            <a:endParaRPr/>
          </a:p>
        </p:txBody>
      </p:sp>
      <p:sp>
        <p:nvSpPr>
          <p:cNvPr id="1578164007" name="PlaceHolder 3"/>
          <p:cNvSpPr>
            <a:spLocks noGrp="1"/>
          </p:cNvSpPr>
          <p:nvPr>
            <p:ph type="dt" idx="27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502835" name="PlaceHolder 1"/>
          <p:cNvSpPr>
            <a:spLocks noGrp="1"/>
          </p:cNvSpPr>
          <p:nvPr>
            <p:ph type="ftr" idx="28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233908733" name="PlaceHolder 2"/>
          <p:cNvSpPr>
            <a:spLocks noGrp="1"/>
          </p:cNvSpPr>
          <p:nvPr>
            <p:ph type="sldNum" idx="29"/>
          </p:nvPr>
        </p:nvSpPr>
        <p:spPr bwMode="auto"/>
        <p:txBody>
          <a:bodyPr/>
          <a:p>
            <a:pPr>
              <a:defRPr/>
            </a:pPr>
            <a:fld id="{0E657271-3F96-44AD-8EF0-5732BF8797B1}" type="slidenum">
              <a:rPr/>
              <a:t>&lt;#&gt;</a:t>
            </a:fld>
            <a:endParaRPr/>
          </a:p>
        </p:txBody>
      </p:sp>
      <p:sp>
        <p:nvSpPr>
          <p:cNvPr id="1890237335" name="PlaceHolder 3"/>
          <p:cNvSpPr>
            <a:spLocks noGrp="1"/>
          </p:cNvSpPr>
          <p:nvPr>
            <p:ph type="dt" idx="30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4790083" name="PlaceHolder 1"/>
          <p:cNvSpPr>
            <a:spLocks noGrp="1"/>
          </p:cNvSpPr>
          <p:nvPr>
            <p:ph type="ftr" idx="3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790843013" name="PlaceHolder 2"/>
          <p:cNvSpPr>
            <a:spLocks noGrp="1"/>
          </p:cNvSpPr>
          <p:nvPr>
            <p:ph type="sldNum" idx="32"/>
          </p:nvPr>
        </p:nvSpPr>
        <p:spPr bwMode="auto"/>
        <p:txBody>
          <a:bodyPr/>
          <a:p>
            <a:pPr>
              <a:defRPr/>
            </a:pPr>
            <a:fld id="{37F7C8EE-A4DA-4A40-9AC1-403290E6C458}" type="slidenum">
              <a:rPr/>
              <a:t>&lt;#&gt;</a:t>
            </a:fld>
            <a:endParaRPr/>
          </a:p>
        </p:txBody>
      </p:sp>
      <p:sp>
        <p:nvSpPr>
          <p:cNvPr id="617277251" name="PlaceHolder 3"/>
          <p:cNvSpPr>
            <a:spLocks noGrp="1"/>
          </p:cNvSpPr>
          <p:nvPr>
            <p:ph type="dt" idx="3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/Relationships>
</file>

<file path=ppt/slideMasters/_rels/slideMaster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4.xml"/></Relationships>
</file>

<file path=ppt/slideMasters/_rels/slideMaster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5.xml"/></Relationships>
</file>

<file path=ppt/slideMasters/_rels/slideMaster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6.xml"/></Relationships>
</file>

<file path=ppt/slideMasters/_rels/slideMaster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7.xml"/></Relationships>
</file>

<file path=ppt/slideMasters/_rels/slideMaster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8.xml"/></Relationships>
</file>

<file path=ppt/slideMasters/_rels/slideMaster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theme" Target="../theme/theme9.xml"/></Relationships>
</file>

<file path=ppt/slideMasters/_rels/slideMaster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10.xml"/></Relationships>
</file>

<file path=ppt/slideMasters/_rels/slideMaster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0062198" name="Shape 1058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6343" y="6641"/>
                </a:moveTo>
                <a:lnTo>
                  <a:pt x="6343" y="6641"/>
                </a:lnTo>
                <a:cubicBezTo>
                  <a:pt x="7781" y="2374"/>
                  <a:pt x="8594" y="0"/>
                  <a:pt x="8594" y="0"/>
                </a:cubicBezTo>
                <a:lnTo>
                  <a:pt x="0" y="0"/>
                </a:lnTo>
                <a:lnTo>
                  <a:pt x="0" y="43200"/>
                </a:lnTo>
                <a:lnTo>
                  <a:pt x="43200" y="43200"/>
                </a:lnTo>
                <a:lnTo>
                  <a:pt x="43200" y="37760"/>
                </a:lnTo>
                <a:lnTo>
                  <a:pt x="43200" y="37760"/>
                </a:lnTo>
                <a:cubicBezTo>
                  <a:pt x="43200" y="37760"/>
                  <a:pt x="34824" y="39282"/>
                  <a:pt x="21228" y="41101"/>
                </a:cubicBezTo>
                <a:lnTo>
                  <a:pt x="21228" y="41101"/>
                </a:lnTo>
                <a:cubicBezTo>
                  <a:pt x="3446" y="43478"/>
                  <a:pt x="-5241" y="41016"/>
                  <a:pt x="6343" y="6641"/>
                </a:cubicBez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090841756" name="Shape 1059"/>
          <p:cNvSpPr/>
          <p:nvPr/>
        </p:nvSpPr>
        <p:spPr bwMode="auto"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302340861" name="Shape 1060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2361" y="36777"/>
                </a:moveTo>
                <a:lnTo>
                  <a:pt x="22361" y="36777"/>
                </a:lnTo>
                <a:cubicBezTo>
                  <a:pt x="5219" y="39070"/>
                  <a:pt x="-2372" y="36412"/>
                  <a:pt x="7775" y="6299"/>
                </a:cubicBezTo>
                <a:lnTo>
                  <a:pt x="7775" y="6299"/>
                </a:lnTo>
                <a:cubicBezTo>
                  <a:pt x="9119" y="2311"/>
                  <a:pt x="9892" y="58"/>
                  <a:pt x="9911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3612"/>
                </a:lnTo>
                <a:lnTo>
                  <a:pt x="43200" y="33612"/>
                </a:lnTo>
                <a:cubicBezTo>
                  <a:pt x="43110" y="33630"/>
                  <a:pt x="35168" y="35065"/>
                  <a:pt x="22361" y="36777"/>
                </a:cubicBezTo>
                <a:close/>
              </a:path>
            </a:pathLst>
          </a:custGeom>
          <a:solidFill>
            <a:schemeClr val="accent1">
              <a:alpha val="9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516163680" name="Shape 1061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2276" y="37156"/>
                </a:moveTo>
                <a:lnTo>
                  <a:pt x="22276" y="37156"/>
                </a:lnTo>
                <a:cubicBezTo>
                  <a:pt x="5093" y="39454"/>
                  <a:pt x="-2596" y="36819"/>
                  <a:pt x="7680" y="6325"/>
                </a:cubicBezTo>
                <a:lnTo>
                  <a:pt x="7680" y="6325"/>
                </a:lnTo>
                <a:cubicBezTo>
                  <a:pt x="9010" y="2380"/>
                  <a:pt x="9781" y="117"/>
                  <a:pt x="9819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3980"/>
                </a:lnTo>
                <a:lnTo>
                  <a:pt x="43200" y="33980"/>
                </a:lnTo>
                <a:cubicBezTo>
                  <a:pt x="43020" y="34016"/>
                  <a:pt x="35046" y="35449"/>
                  <a:pt x="22276" y="37156"/>
                </a:cubicBezTo>
                <a:close/>
              </a:path>
            </a:pathLst>
          </a:custGeom>
          <a:solidFill>
            <a:schemeClr val="accent1">
              <a:alpha val="18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2055803066" name="Shape 1062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2192" y="37535"/>
                </a:moveTo>
                <a:lnTo>
                  <a:pt x="22192" y="37535"/>
                </a:lnTo>
                <a:cubicBezTo>
                  <a:pt x="4968" y="39839"/>
                  <a:pt x="-2820" y="37226"/>
                  <a:pt x="7585" y="6350"/>
                </a:cubicBezTo>
                <a:lnTo>
                  <a:pt x="7585" y="6350"/>
                </a:lnTo>
                <a:cubicBezTo>
                  <a:pt x="8900" y="2448"/>
                  <a:pt x="9670" y="176"/>
                  <a:pt x="9726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4348"/>
                </a:lnTo>
                <a:lnTo>
                  <a:pt x="43200" y="34348"/>
                </a:lnTo>
                <a:cubicBezTo>
                  <a:pt x="42885" y="34402"/>
                  <a:pt x="34924" y="35833"/>
                  <a:pt x="22192" y="37535"/>
                </a:cubicBezTo>
                <a:close/>
              </a:path>
            </a:pathLst>
          </a:custGeom>
          <a:solidFill>
            <a:schemeClr val="accent1">
              <a:alpha val="26999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347412110" name="Shape 1063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2107" y="37914"/>
                </a:moveTo>
                <a:lnTo>
                  <a:pt x="22107" y="37914"/>
                </a:lnTo>
                <a:cubicBezTo>
                  <a:pt x="4842" y="40223"/>
                  <a:pt x="-3044" y="37634"/>
                  <a:pt x="7490" y="6376"/>
                </a:cubicBezTo>
                <a:lnTo>
                  <a:pt x="7490" y="6376"/>
                </a:lnTo>
                <a:cubicBezTo>
                  <a:pt x="8790" y="2517"/>
                  <a:pt x="9559" y="235"/>
                  <a:pt x="9634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4717"/>
                </a:lnTo>
                <a:lnTo>
                  <a:pt x="43200" y="34717"/>
                </a:lnTo>
                <a:cubicBezTo>
                  <a:pt x="42795" y="34789"/>
                  <a:pt x="34802" y="36217"/>
                  <a:pt x="22107" y="37914"/>
                </a:cubicBezTo>
                <a:close/>
              </a:path>
            </a:pathLst>
          </a:custGeom>
          <a:solidFill>
            <a:schemeClr val="accent1">
              <a:alpha val="36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115671351" name="Shape 1064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2022" y="38293"/>
                </a:moveTo>
                <a:lnTo>
                  <a:pt x="22022" y="38293"/>
                </a:lnTo>
                <a:cubicBezTo>
                  <a:pt x="4717" y="40608"/>
                  <a:pt x="-3267" y="38041"/>
                  <a:pt x="7394" y="6401"/>
                </a:cubicBezTo>
                <a:lnTo>
                  <a:pt x="7394" y="6401"/>
                </a:lnTo>
                <a:cubicBezTo>
                  <a:pt x="8680" y="2586"/>
                  <a:pt x="9448" y="293"/>
                  <a:pt x="9542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085"/>
                </a:lnTo>
                <a:lnTo>
                  <a:pt x="43200" y="35085"/>
                </a:lnTo>
                <a:cubicBezTo>
                  <a:pt x="42705" y="35175"/>
                  <a:pt x="34680" y="36601"/>
                  <a:pt x="22022" y="38293"/>
                </a:cubicBezTo>
                <a:close/>
              </a:path>
            </a:pathLst>
          </a:custGeom>
          <a:solidFill>
            <a:schemeClr val="accent1">
              <a:alpha val="4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642536007" name="Shape 1065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937" y="38673"/>
                </a:moveTo>
                <a:lnTo>
                  <a:pt x="21937" y="38673"/>
                </a:lnTo>
                <a:cubicBezTo>
                  <a:pt x="4591" y="40992"/>
                  <a:pt x="-3491" y="38448"/>
                  <a:pt x="7299" y="6427"/>
                </a:cubicBezTo>
                <a:lnTo>
                  <a:pt x="7299" y="6427"/>
                </a:lnTo>
                <a:cubicBezTo>
                  <a:pt x="8570" y="2655"/>
                  <a:pt x="9336" y="352"/>
                  <a:pt x="9449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453"/>
                </a:lnTo>
                <a:lnTo>
                  <a:pt x="43200" y="35453"/>
                </a:lnTo>
                <a:cubicBezTo>
                  <a:pt x="42570" y="35561"/>
                  <a:pt x="34558" y="36985"/>
                  <a:pt x="21937" y="38673"/>
                </a:cubicBezTo>
                <a:close/>
              </a:path>
            </a:pathLst>
          </a:custGeom>
          <a:solidFill>
            <a:schemeClr val="accent1">
              <a:alpha val="5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024639857" name="Shape 1066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853" y="39052"/>
                </a:moveTo>
                <a:lnTo>
                  <a:pt x="21853" y="39052"/>
                </a:lnTo>
                <a:cubicBezTo>
                  <a:pt x="4466" y="41377"/>
                  <a:pt x="-3715" y="38855"/>
                  <a:pt x="7204" y="6453"/>
                </a:cubicBezTo>
                <a:lnTo>
                  <a:pt x="7204" y="6453"/>
                </a:lnTo>
                <a:cubicBezTo>
                  <a:pt x="8461" y="2724"/>
                  <a:pt x="9225" y="411"/>
                  <a:pt x="9357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822"/>
                </a:lnTo>
                <a:lnTo>
                  <a:pt x="43200" y="35822"/>
                </a:lnTo>
                <a:cubicBezTo>
                  <a:pt x="42480" y="35948"/>
                  <a:pt x="34436" y="37369"/>
                  <a:pt x="21853" y="39052"/>
                </a:cubicBezTo>
                <a:close/>
              </a:path>
            </a:pathLst>
          </a:custGeom>
          <a:solidFill>
            <a:schemeClr val="accent1">
              <a:alpha val="63999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325335789" name="Shape 1067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768" y="39431"/>
                </a:moveTo>
                <a:lnTo>
                  <a:pt x="21768" y="39431"/>
                </a:lnTo>
                <a:cubicBezTo>
                  <a:pt x="4340" y="41761"/>
                  <a:pt x="-3939" y="39262"/>
                  <a:pt x="7109" y="6478"/>
                </a:cubicBezTo>
                <a:lnTo>
                  <a:pt x="7109" y="6478"/>
                </a:lnTo>
                <a:cubicBezTo>
                  <a:pt x="8351" y="2792"/>
                  <a:pt x="9114" y="470"/>
                  <a:pt x="9265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190"/>
                </a:lnTo>
                <a:lnTo>
                  <a:pt x="43200" y="36190"/>
                </a:lnTo>
                <a:cubicBezTo>
                  <a:pt x="42390" y="36334"/>
                  <a:pt x="34314" y="37753"/>
                  <a:pt x="21768" y="39431"/>
                </a:cubicBezTo>
                <a:close/>
              </a:path>
            </a:pathLst>
          </a:custGeom>
          <a:solidFill>
            <a:schemeClr val="accent1">
              <a:alpha val="73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278784835" name="Shape 1068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683" y="39810"/>
                </a:moveTo>
                <a:lnTo>
                  <a:pt x="21683" y="39810"/>
                </a:lnTo>
                <a:cubicBezTo>
                  <a:pt x="4214" y="42146"/>
                  <a:pt x="-4163" y="39669"/>
                  <a:pt x="7014" y="6504"/>
                </a:cubicBezTo>
                <a:lnTo>
                  <a:pt x="7014" y="6504"/>
                </a:lnTo>
                <a:cubicBezTo>
                  <a:pt x="8241" y="2861"/>
                  <a:pt x="9003" y="528"/>
                  <a:pt x="9172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558"/>
                </a:lnTo>
                <a:lnTo>
                  <a:pt x="43200" y="36558"/>
                </a:lnTo>
                <a:cubicBezTo>
                  <a:pt x="42300" y="36720"/>
                  <a:pt x="34192" y="38137"/>
                  <a:pt x="21683" y="39810"/>
                </a:cubicBezTo>
                <a:close/>
              </a:path>
            </a:pathLst>
          </a:custGeom>
          <a:solidFill>
            <a:schemeClr val="accent1">
              <a:alpha val="82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431262245" name="Shape 1069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599" y="40189"/>
                </a:moveTo>
                <a:lnTo>
                  <a:pt x="21599" y="40189"/>
                </a:lnTo>
                <a:cubicBezTo>
                  <a:pt x="4089" y="42530"/>
                  <a:pt x="-4386" y="40077"/>
                  <a:pt x="6918" y="6529"/>
                </a:cubicBezTo>
                <a:lnTo>
                  <a:pt x="6918" y="6529"/>
                </a:lnTo>
                <a:cubicBezTo>
                  <a:pt x="8131" y="2930"/>
                  <a:pt x="8892" y="587"/>
                  <a:pt x="9080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926"/>
                </a:lnTo>
                <a:lnTo>
                  <a:pt x="43200" y="36926"/>
                </a:lnTo>
                <a:cubicBezTo>
                  <a:pt x="42165" y="37107"/>
                  <a:pt x="34070" y="38521"/>
                  <a:pt x="21599" y="40189"/>
                </a:cubicBezTo>
                <a:close/>
              </a:path>
            </a:pathLst>
          </a:custGeom>
          <a:solidFill>
            <a:schemeClr val="accent1">
              <a:alpha val="91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044577153" name="Shape 1070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514" y="40568"/>
                </a:moveTo>
                <a:lnTo>
                  <a:pt x="21514" y="40568"/>
                </a:lnTo>
                <a:cubicBezTo>
                  <a:pt x="3963" y="42915"/>
                  <a:pt x="-4610" y="40484"/>
                  <a:pt x="6823" y="6555"/>
                </a:cubicBezTo>
                <a:lnTo>
                  <a:pt x="6823" y="6555"/>
                </a:lnTo>
                <a:cubicBezTo>
                  <a:pt x="8022" y="2999"/>
                  <a:pt x="8781" y="646"/>
                  <a:pt x="8988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7295"/>
                </a:lnTo>
                <a:lnTo>
                  <a:pt x="43200" y="37295"/>
                </a:lnTo>
                <a:cubicBezTo>
                  <a:pt x="42075" y="37493"/>
                  <a:pt x="33948" y="38905"/>
                  <a:pt x="21514" y="40568"/>
                </a:cubicBez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877232115" name="PlaceHolder 1"/>
          <p:cNvSpPr>
            <a:spLocks noGrp="1"/>
          </p:cNvSpPr>
          <p:nvPr>
            <p:ph type="title"/>
          </p:nvPr>
        </p:nvSpPr>
        <p:spPr bwMode="auto">
          <a:xfrm>
            <a:off x="1187640" y="205920"/>
            <a:ext cx="7498440" cy="8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クリックしてタイトルテキス</a:t>
            </a: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トを編集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950067" name="PlaceHolder 2"/>
          <p:cNvSpPr>
            <a:spLocks noGrp="1"/>
          </p:cNvSpPr>
          <p:nvPr>
            <p:ph type="ftr" idx="1"/>
          </p:nvPr>
        </p:nvSpPr>
        <p:spPr bwMode="auto">
          <a:xfrm>
            <a:off x="3844440" y="4767120"/>
            <a:ext cx="26712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Noto Serif CJK JP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Noto Serif CJK JP"/>
              </a:rPr>
              <a:t> </a:t>
            </a:r>
            <a:endParaRPr lang="en-US" sz="1400" b="0" strike="noStrike" spc="-1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2131269038" name="PlaceHolder 3"/>
          <p:cNvSpPr>
            <a:spLocks noGrp="1"/>
          </p:cNvSpPr>
          <p:nvPr>
            <p:ph type="sldNum" idx="2"/>
          </p:nvPr>
        </p:nvSpPr>
        <p:spPr bwMode="auto">
          <a:xfrm>
            <a:off x="6948360" y="4767120"/>
            <a:ext cx="173772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82BB53BC-EEB8-4B23-9ABF-EF75A726C9B8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2</a:t>
            </a:fld>
            <a:endParaRPr lang="en-US" sz="1200" b="0" strike="noStrike" spc="-1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2044856067" name="PlaceHolder 4"/>
          <p:cNvSpPr>
            <a:spLocks noGrp="1"/>
          </p:cNvSpPr>
          <p:nvPr>
            <p:ph type="dt" idx="3"/>
          </p:nvPr>
        </p:nvSpPr>
        <p:spPr bwMode="auto">
          <a:xfrm>
            <a:off x="12142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Noto Serif CJK JP"/>
              </a:defRPr>
            </a:lvl1pPr>
          </a:lstStyle>
          <a:p>
            <a:pPr indent="0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Noto Serif CJK JP"/>
              </a:rPr>
              <a:t> </a:t>
            </a:r>
            <a:endParaRPr lang="en-US" sz="1400" b="0" strike="noStrike" spc="-1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464366773" name="PlaceHolder 5"/>
          <p:cNvSpPr>
            <a:spLocks noGrp="1"/>
          </p:cNvSpPr>
          <p:nvPr>
            <p:ph type="body"/>
          </p:nvPr>
        </p:nvSpPr>
        <p:spPr bwMode="auto"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43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ja-JP" sz="3200" b="0" strike="noStrike" spc="-1">
                <a:solidFill>
                  <a:srgbClr val="000000"/>
                </a:solidFill>
                <a:latin typeface="Arial"/>
              </a:rPr>
              <a:t>クリックしてアウトラインのテキストを編集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2</a:t>
            </a:r>
            <a:r>
              <a:rPr lang="ja-JP" sz="28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3</a:t>
            </a:r>
            <a:r>
              <a:rPr lang="ja-JP" sz="24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4</a:t>
            </a:r>
            <a:r>
              <a:rPr lang="ja-JP" sz="20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5</a:t>
            </a:r>
            <a:r>
              <a:rPr lang="ja-JP" sz="20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6</a:t>
            </a:r>
            <a:r>
              <a:rPr lang="ja-JP" sz="20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7</a:t>
            </a:r>
            <a:r>
              <a:rPr lang="ja-JP" sz="20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8608893" name="Shape 1058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6343" y="6641"/>
                </a:moveTo>
                <a:lnTo>
                  <a:pt x="6343" y="6641"/>
                </a:lnTo>
                <a:cubicBezTo>
                  <a:pt x="7781" y="2374"/>
                  <a:pt x="8594" y="0"/>
                  <a:pt x="8594" y="0"/>
                </a:cubicBezTo>
                <a:lnTo>
                  <a:pt x="0" y="0"/>
                </a:lnTo>
                <a:lnTo>
                  <a:pt x="0" y="43200"/>
                </a:lnTo>
                <a:lnTo>
                  <a:pt x="43200" y="43200"/>
                </a:lnTo>
                <a:lnTo>
                  <a:pt x="43200" y="37760"/>
                </a:lnTo>
                <a:lnTo>
                  <a:pt x="43200" y="37760"/>
                </a:lnTo>
                <a:cubicBezTo>
                  <a:pt x="43200" y="37760"/>
                  <a:pt x="34824" y="39282"/>
                  <a:pt x="21228" y="41101"/>
                </a:cubicBezTo>
                <a:lnTo>
                  <a:pt x="21228" y="41101"/>
                </a:lnTo>
                <a:cubicBezTo>
                  <a:pt x="3446" y="43478"/>
                  <a:pt x="-5241" y="41016"/>
                  <a:pt x="6343" y="6641"/>
                </a:cubicBez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319957705" name="Shape 1059"/>
          <p:cNvSpPr/>
          <p:nvPr/>
        </p:nvSpPr>
        <p:spPr bwMode="auto"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783406517" name="Shape 1060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2361" y="36777"/>
                </a:moveTo>
                <a:lnTo>
                  <a:pt x="22361" y="36777"/>
                </a:lnTo>
                <a:cubicBezTo>
                  <a:pt x="5219" y="39070"/>
                  <a:pt x="-2372" y="36412"/>
                  <a:pt x="7775" y="6299"/>
                </a:cubicBezTo>
                <a:lnTo>
                  <a:pt x="7775" y="6299"/>
                </a:lnTo>
                <a:cubicBezTo>
                  <a:pt x="9119" y="2311"/>
                  <a:pt x="9892" y="58"/>
                  <a:pt x="9911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3612"/>
                </a:lnTo>
                <a:lnTo>
                  <a:pt x="43200" y="33612"/>
                </a:lnTo>
                <a:cubicBezTo>
                  <a:pt x="43110" y="33630"/>
                  <a:pt x="35168" y="35065"/>
                  <a:pt x="22361" y="36777"/>
                </a:cubicBezTo>
                <a:close/>
              </a:path>
            </a:pathLst>
          </a:custGeom>
          <a:solidFill>
            <a:schemeClr val="accent1">
              <a:alpha val="9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555773696" name="Shape 1061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2276" y="37156"/>
                </a:moveTo>
                <a:lnTo>
                  <a:pt x="22276" y="37156"/>
                </a:lnTo>
                <a:cubicBezTo>
                  <a:pt x="5093" y="39454"/>
                  <a:pt x="-2596" y="36819"/>
                  <a:pt x="7680" y="6325"/>
                </a:cubicBezTo>
                <a:lnTo>
                  <a:pt x="7680" y="6325"/>
                </a:lnTo>
                <a:cubicBezTo>
                  <a:pt x="9010" y="2380"/>
                  <a:pt x="9781" y="117"/>
                  <a:pt x="9819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3980"/>
                </a:lnTo>
                <a:lnTo>
                  <a:pt x="43200" y="33980"/>
                </a:lnTo>
                <a:cubicBezTo>
                  <a:pt x="43020" y="34016"/>
                  <a:pt x="35046" y="35449"/>
                  <a:pt x="22276" y="37156"/>
                </a:cubicBezTo>
                <a:close/>
              </a:path>
            </a:pathLst>
          </a:custGeom>
          <a:solidFill>
            <a:schemeClr val="accent1">
              <a:alpha val="18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2127233895" name="Shape 1062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2192" y="37535"/>
                </a:moveTo>
                <a:lnTo>
                  <a:pt x="22192" y="37535"/>
                </a:lnTo>
                <a:cubicBezTo>
                  <a:pt x="4968" y="39839"/>
                  <a:pt x="-2820" y="37226"/>
                  <a:pt x="7585" y="6350"/>
                </a:cubicBezTo>
                <a:lnTo>
                  <a:pt x="7585" y="6350"/>
                </a:lnTo>
                <a:cubicBezTo>
                  <a:pt x="8900" y="2448"/>
                  <a:pt x="9670" y="176"/>
                  <a:pt x="9726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4348"/>
                </a:lnTo>
                <a:lnTo>
                  <a:pt x="43200" y="34348"/>
                </a:lnTo>
                <a:cubicBezTo>
                  <a:pt x="42885" y="34402"/>
                  <a:pt x="34924" y="35833"/>
                  <a:pt x="22192" y="37535"/>
                </a:cubicBezTo>
                <a:close/>
              </a:path>
            </a:pathLst>
          </a:custGeom>
          <a:solidFill>
            <a:schemeClr val="accent1">
              <a:alpha val="26999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45073730" name="Shape 1063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2107" y="37914"/>
                </a:moveTo>
                <a:lnTo>
                  <a:pt x="22107" y="37914"/>
                </a:lnTo>
                <a:cubicBezTo>
                  <a:pt x="4842" y="40223"/>
                  <a:pt x="-3044" y="37634"/>
                  <a:pt x="7490" y="6376"/>
                </a:cubicBezTo>
                <a:lnTo>
                  <a:pt x="7490" y="6376"/>
                </a:lnTo>
                <a:cubicBezTo>
                  <a:pt x="8790" y="2517"/>
                  <a:pt x="9559" y="235"/>
                  <a:pt x="9634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4717"/>
                </a:lnTo>
                <a:lnTo>
                  <a:pt x="43200" y="34717"/>
                </a:lnTo>
                <a:cubicBezTo>
                  <a:pt x="42795" y="34789"/>
                  <a:pt x="34802" y="36217"/>
                  <a:pt x="22107" y="37914"/>
                </a:cubicBezTo>
                <a:close/>
              </a:path>
            </a:pathLst>
          </a:custGeom>
          <a:solidFill>
            <a:schemeClr val="accent1">
              <a:alpha val="36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586401132" name="Shape 1064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2022" y="38293"/>
                </a:moveTo>
                <a:lnTo>
                  <a:pt x="22022" y="38293"/>
                </a:lnTo>
                <a:cubicBezTo>
                  <a:pt x="4717" y="40608"/>
                  <a:pt x="-3267" y="38041"/>
                  <a:pt x="7394" y="6401"/>
                </a:cubicBezTo>
                <a:lnTo>
                  <a:pt x="7394" y="6401"/>
                </a:lnTo>
                <a:cubicBezTo>
                  <a:pt x="8680" y="2586"/>
                  <a:pt x="9448" y="293"/>
                  <a:pt x="9542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085"/>
                </a:lnTo>
                <a:lnTo>
                  <a:pt x="43200" y="35085"/>
                </a:lnTo>
                <a:cubicBezTo>
                  <a:pt x="42705" y="35175"/>
                  <a:pt x="34680" y="36601"/>
                  <a:pt x="22022" y="38293"/>
                </a:cubicBezTo>
                <a:close/>
              </a:path>
            </a:pathLst>
          </a:custGeom>
          <a:solidFill>
            <a:schemeClr val="accent1">
              <a:alpha val="4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996881823" name="Shape 1065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937" y="38673"/>
                </a:moveTo>
                <a:lnTo>
                  <a:pt x="21937" y="38673"/>
                </a:lnTo>
                <a:cubicBezTo>
                  <a:pt x="4591" y="40992"/>
                  <a:pt x="-3491" y="38448"/>
                  <a:pt x="7299" y="6427"/>
                </a:cubicBezTo>
                <a:lnTo>
                  <a:pt x="7299" y="6427"/>
                </a:lnTo>
                <a:cubicBezTo>
                  <a:pt x="8570" y="2655"/>
                  <a:pt x="9336" y="352"/>
                  <a:pt x="9449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453"/>
                </a:lnTo>
                <a:lnTo>
                  <a:pt x="43200" y="35453"/>
                </a:lnTo>
                <a:cubicBezTo>
                  <a:pt x="42570" y="35561"/>
                  <a:pt x="34558" y="36985"/>
                  <a:pt x="21937" y="38673"/>
                </a:cubicBezTo>
                <a:close/>
              </a:path>
            </a:pathLst>
          </a:custGeom>
          <a:solidFill>
            <a:schemeClr val="accent1">
              <a:alpha val="5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086235083" name="Shape 1066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853" y="39052"/>
                </a:moveTo>
                <a:lnTo>
                  <a:pt x="21853" y="39052"/>
                </a:lnTo>
                <a:cubicBezTo>
                  <a:pt x="4466" y="41377"/>
                  <a:pt x="-3715" y="38855"/>
                  <a:pt x="7204" y="6453"/>
                </a:cubicBezTo>
                <a:lnTo>
                  <a:pt x="7204" y="6453"/>
                </a:lnTo>
                <a:cubicBezTo>
                  <a:pt x="8461" y="2724"/>
                  <a:pt x="9225" y="411"/>
                  <a:pt x="9357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822"/>
                </a:lnTo>
                <a:lnTo>
                  <a:pt x="43200" y="35822"/>
                </a:lnTo>
                <a:cubicBezTo>
                  <a:pt x="42480" y="35948"/>
                  <a:pt x="34436" y="37369"/>
                  <a:pt x="21853" y="39052"/>
                </a:cubicBezTo>
                <a:close/>
              </a:path>
            </a:pathLst>
          </a:custGeom>
          <a:solidFill>
            <a:schemeClr val="accent1">
              <a:alpha val="63999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601323848" name="Shape 1067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768" y="39431"/>
                </a:moveTo>
                <a:lnTo>
                  <a:pt x="21768" y="39431"/>
                </a:lnTo>
                <a:cubicBezTo>
                  <a:pt x="4340" y="41761"/>
                  <a:pt x="-3939" y="39262"/>
                  <a:pt x="7109" y="6478"/>
                </a:cubicBezTo>
                <a:lnTo>
                  <a:pt x="7109" y="6478"/>
                </a:lnTo>
                <a:cubicBezTo>
                  <a:pt x="8351" y="2792"/>
                  <a:pt x="9114" y="470"/>
                  <a:pt x="9265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190"/>
                </a:lnTo>
                <a:lnTo>
                  <a:pt x="43200" y="36190"/>
                </a:lnTo>
                <a:cubicBezTo>
                  <a:pt x="42390" y="36334"/>
                  <a:pt x="34314" y="37753"/>
                  <a:pt x="21768" y="39431"/>
                </a:cubicBezTo>
                <a:close/>
              </a:path>
            </a:pathLst>
          </a:custGeom>
          <a:solidFill>
            <a:schemeClr val="accent1">
              <a:alpha val="73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044817762" name="Shape 1068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683" y="39810"/>
                </a:moveTo>
                <a:lnTo>
                  <a:pt x="21683" y="39810"/>
                </a:lnTo>
                <a:cubicBezTo>
                  <a:pt x="4214" y="42146"/>
                  <a:pt x="-4163" y="39669"/>
                  <a:pt x="7014" y="6504"/>
                </a:cubicBezTo>
                <a:lnTo>
                  <a:pt x="7014" y="6504"/>
                </a:lnTo>
                <a:cubicBezTo>
                  <a:pt x="8241" y="2861"/>
                  <a:pt x="9003" y="528"/>
                  <a:pt x="9172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558"/>
                </a:lnTo>
                <a:lnTo>
                  <a:pt x="43200" y="36558"/>
                </a:lnTo>
                <a:cubicBezTo>
                  <a:pt x="42300" y="36720"/>
                  <a:pt x="34192" y="38137"/>
                  <a:pt x="21683" y="39810"/>
                </a:cubicBezTo>
                <a:close/>
              </a:path>
            </a:pathLst>
          </a:custGeom>
          <a:solidFill>
            <a:schemeClr val="accent1">
              <a:alpha val="82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2030374755" name="Shape 1069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599" y="40189"/>
                </a:moveTo>
                <a:lnTo>
                  <a:pt x="21599" y="40189"/>
                </a:lnTo>
                <a:cubicBezTo>
                  <a:pt x="4089" y="42530"/>
                  <a:pt x="-4386" y="40077"/>
                  <a:pt x="6918" y="6529"/>
                </a:cubicBezTo>
                <a:lnTo>
                  <a:pt x="6918" y="6529"/>
                </a:lnTo>
                <a:cubicBezTo>
                  <a:pt x="8131" y="2930"/>
                  <a:pt x="8892" y="587"/>
                  <a:pt x="9080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926"/>
                </a:lnTo>
                <a:lnTo>
                  <a:pt x="43200" y="36926"/>
                </a:lnTo>
                <a:cubicBezTo>
                  <a:pt x="42165" y="37107"/>
                  <a:pt x="34070" y="38521"/>
                  <a:pt x="21599" y="40189"/>
                </a:cubicBezTo>
                <a:close/>
              </a:path>
            </a:pathLst>
          </a:custGeom>
          <a:solidFill>
            <a:schemeClr val="accent1">
              <a:alpha val="91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851154011" name="Shape 1070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514" y="40568"/>
                </a:moveTo>
                <a:lnTo>
                  <a:pt x="21514" y="40568"/>
                </a:lnTo>
                <a:cubicBezTo>
                  <a:pt x="3963" y="42915"/>
                  <a:pt x="-4610" y="40484"/>
                  <a:pt x="6823" y="6555"/>
                </a:cubicBezTo>
                <a:lnTo>
                  <a:pt x="6823" y="6555"/>
                </a:lnTo>
                <a:cubicBezTo>
                  <a:pt x="8022" y="2999"/>
                  <a:pt x="8781" y="646"/>
                  <a:pt x="8988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7295"/>
                </a:lnTo>
                <a:lnTo>
                  <a:pt x="43200" y="37295"/>
                </a:lnTo>
                <a:cubicBezTo>
                  <a:pt x="42075" y="37493"/>
                  <a:pt x="33948" y="38905"/>
                  <a:pt x="21514" y="40568"/>
                </a:cubicBez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848101875" name="PlaceHolder 1"/>
          <p:cNvSpPr>
            <a:spLocks noGrp="1"/>
          </p:cNvSpPr>
          <p:nvPr>
            <p:ph type="ftr" idx="4"/>
          </p:nvPr>
        </p:nvSpPr>
        <p:spPr bwMode="auto">
          <a:xfrm>
            <a:off x="3844440" y="4767120"/>
            <a:ext cx="26712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Noto Serif CJK JP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Noto Serif CJK JP"/>
              </a:rPr>
              <a:t>&lt;フッター&gt;</a:t>
            </a:r>
            <a:endParaRPr lang="en-US" sz="1400" b="0" strike="noStrike" spc="-1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460371283" name="PlaceHolder 2"/>
          <p:cNvSpPr>
            <a:spLocks noGrp="1"/>
          </p:cNvSpPr>
          <p:nvPr>
            <p:ph type="sldNum" idx="5"/>
          </p:nvPr>
        </p:nvSpPr>
        <p:spPr bwMode="auto">
          <a:xfrm>
            <a:off x="6948360" y="4767120"/>
            <a:ext cx="173772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2F81B79E-55D7-4FBB-A52B-5D42424A11C6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&lt;番号&gt;</a:t>
            </a:fld>
            <a:endParaRPr lang="en-US" sz="1200" b="0" strike="noStrike" spc="-1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944014645" name="PlaceHolder 3"/>
          <p:cNvSpPr>
            <a:spLocks noGrp="1"/>
          </p:cNvSpPr>
          <p:nvPr>
            <p:ph type="dt" idx="6"/>
          </p:nvPr>
        </p:nvSpPr>
        <p:spPr bwMode="auto">
          <a:xfrm>
            <a:off x="12142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Noto Serif CJK JP"/>
              </a:defRPr>
            </a:lvl1pPr>
          </a:lstStyle>
          <a:p>
            <a:pPr indent="0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Noto Serif CJK JP"/>
              </a:rPr>
              <a:t>&lt;日付/時刻&gt;</a:t>
            </a:r>
            <a:endParaRPr lang="en-US" sz="1400" b="0" strike="noStrike" spc="-1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1333924348" name="PlaceHolder 4"/>
          <p:cNvSpPr>
            <a:spLocks noGrp="1"/>
          </p:cNvSpPr>
          <p:nvPr>
            <p:ph type="title"/>
          </p:nvPr>
        </p:nvSpPr>
        <p:spPr bwMode="auto"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r>
              <a:rPr lang="ja-JP" sz="4400" b="0" strike="noStrike" spc="-1">
                <a:solidFill>
                  <a:srgbClr val="000000"/>
                </a:solidFill>
                <a:latin typeface="Arial"/>
              </a:rPr>
              <a:t>クリックしてタイトルテキストを編集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1262275" name="PlaceHolder 5"/>
          <p:cNvSpPr>
            <a:spLocks noGrp="1"/>
          </p:cNvSpPr>
          <p:nvPr>
            <p:ph type="body"/>
          </p:nvPr>
        </p:nvSpPr>
        <p:spPr bwMode="auto"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43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ja-JP" sz="3200" b="0" strike="noStrike" spc="-1">
                <a:solidFill>
                  <a:srgbClr val="000000"/>
                </a:solidFill>
                <a:latin typeface="Arial"/>
              </a:rPr>
              <a:t>クリックしてアウトラインのテキストを編集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2</a:t>
            </a:r>
            <a:r>
              <a:rPr lang="ja-JP" sz="28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3</a:t>
            </a:r>
            <a:r>
              <a:rPr lang="ja-JP" sz="24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4</a:t>
            </a:r>
            <a:r>
              <a:rPr lang="ja-JP" sz="20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5</a:t>
            </a:r>
            <a:r>
              <a:rPr lang="ja-JP" sz="20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6</a:t>
            </a:r>
            <a:r>
              <a:rPr lang="ja-JP" sz="20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7</a:t>
            </a:r>
            <a:r>
              <a:rPr lang="ja-JP" sz="20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1727328" name="Shape 1058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6343" y="6641"/>
                </a:moveTo>
                <a:lnTo>
                  <a:pt x="6343" y="6641"/>
                </a:lnTo>
                <a:cubicBezTo>
                  <a:pt x="7781" y="2374"/>
                  <a:pt x="8594" y="0"/>
                  <a:pt x="8594" y="0"/>
                </a:cubicBezTo>
                <a:lnTo>
                  <a:pt x="0" y="0"/>
                </a:lnTo>
                <a:lnTo>
                  <a:pt x="0" y="43200"/>
                </a:lnTo>
                <a:lnTo>
                  <a:pt x="43200" y="43200"/>
                </a:lnTo>
                <a:lnTo>
                  <a:pt x="43200" y="37760"/>
                </a:lnTo>
                <a:lnTo>
                  <a:pt x="43200" y="37760"/>
                </a:lnTo>
                <a:cubicBezTo>
                  <a:pt x="43200" y="37760"/>
                  <a:pt x="34824" y="39282"/>
                  <a:pt x="21228" y="41101"/>
                </a:cubicBezTo>
                <a:lnTo>
                  <a:pt x="21228" y="41101"/>
                </a:lnTo>
                <a:cubicBezTo>
                  <a:pt x="3446" y="43478"/>
                  <a:pt x="-5241" y="41016"/>
                  <a:pt x="6343" y="6641"/>
                </a:cubicBez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363649202" name="Shape 1059"/>
          <p:cNvSpPr/>
          <p:nvPr/>
        </p:nvSpPr>
        <p:spPr bwMode="auto"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913443875" name="Shape 1060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2361" y="36777"/>
                </a:moveTo>
                <a:lnTo>
                  <a:pt x="22361" y="36777"/>
                </a:lnTo>
                <a:cubicBezTo>
                  <a:pt x="5219" y="39070"/>
                  <a:pt x="-2372" y="36412"/>
                  <a:pt x="7775" y="6299"/>
                </a:cubicBezTo>
                <a:lnTo>
                  <a:pt x="7775" y="6299"/>
                </a:lnTo>
                <a:cubicBezTo>
                  <a:pt x="9119" y="2311"/>
                  <a:pt x="9892" y="58"/>
                  <a:pt x="9911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3612"/>
                </a:lnTo>
                <a:lnTo>
                  <a:pt x="43200" y="33612"/>
                </a:lnTo>
                <a:cubicBezTo>
                  <a:pt x="43110" y="33630"/>
                  <a:pt x="35168" y="35065"/>
                  <a:pt x="22361" y="36777"/>
                </a:cubicBezTo>
                <a:close/>
              </a:path>
            </a:pathLst>
          </a:custGeom>
          <a:solidFill>
            <a:schemeClr val="accent1">
              <a:alpha val="9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261246498" name="Shape 1061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2276" y="37156"/>
                </a:moveTo>
                <a:lnTo>
                  <a:pt x="22276" y="37156"/>
                </a:lnTo>
                <a:cubicBezTo>
                  <a:pt x="5093" y="39454"/>
                  <a:pt x="-2596" y="36819"/>
                  <a:pt x="7680" y="6325"/>
                </a:cubicBezTo>
                <a:lnTo>
                  <a:pt x="7680" y="6325"/>
                </a:lnTo>
                <a:cubicBezTo>
                  <a:pt x="9010" y="2380"/>
                  <a:pt x="9781" y="117"/>
                  <a:pt x="9819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3980"/>
                </a:lnTo>
                <a:lnTo>
                  <a:pt x="43200" y="33980"/>
                </a:lnTo>
                <a:cubicBezTo>
                  <a:pt x="43020" y="34016"/>
                  <a:pt x="35046" y="35449"/>
                  <a:pt x="22276" y="37156"/>
                </a:cubicBezTo>
                <a:close/>
              </a:path>
            </a:pathLst>
          </a:custGeom>
          <a:solidFill>
            <a:schemeClr val="accent1">
              <a:alpha val="18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883445620" name="Shape 1062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2192" y="37535"/>
                </a:moveTo>
                <a:lnTo>
                  <a:pt x="22192" y="37535"/>
                </a:lnTo>
                <a:cubicBezTo>
                  <a:pt x="4968" y="39839"/>
                  <a:pt x="-2820" y="37226"/>
                  <a:pt x="7585" y="6350"/>
                </a:cubicBezTo>
                <a:lnTo>
                  <a:pt x="7585" y="6350"/>
                </a:lnTo>
                <a:cubicBezTo>
                  <a:pt x="8900" y="2448"/>
                  <a:pt x="9670" y="176"/>
                  <a:pt x="9726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4348"/>
                </a:lnTo>
                <a:lnTo>
                  <a:pt x="43200" y="34348"/>
                </a:lnTo>
                <a:cubicBezTo>
                  <a:pt x="42885" y="34402"/>
                  <a:pt x="34924" y="35833"/>
                  <a:pt x="22192" y="37535"/>
                </a:cubicBezTo>
                <a:close/>
              </a:path>
            </a:pathLst>
          </a:custGeom>
          <a:solidFill>
            <a:schemeClr val="accent1">
              <a:alpha val="26999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327733896" name="Shape 1063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2107" y="37914"/>
                </a:moveTo>
                <a:lnTo>
                  <a:pt x="22107" y="37914"/>
                </a:lnTo>
                <a:cubicBezTo>
                  <a:pt x="4842" y="40223"/>
                  <a:pt x="-3044" y="37634"/>
                  <a:pt x="7490" y="6376"/>
                </a:cubicBezTo>
                <a:lnTo>
                  <a:pt x="7490" y="6376"/>
                </a:lnTo>
                <a:cubicBezTo>
                  <a:pt x="8790" y="2517"/>
                  <a:pt x="9559" y="235"/>
                  <a:pt x="9634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4717"/>
                </a:lnTo>
                <a:lnTo>
                  <a:pt x="43200" y="34717"/>
                </a:lnTo>
                <a:cubicBezTo>
                  <a:pt x="42795" y="34789"/>
                  <a:pt x="34802" y="36217"/>
                  <a:pt x="22107" y="37914"/>
                </a:cubicBezTo>
                <a:close/>
              </a:path>
            </a:pathLst>
          </a:custGeom>
          <a:solidFill>
            <a:schemeClr val="accent1">
              <a:alpha val="36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66118343" name="Shape 1064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2022" y="38293"/>
                </a:moveTo>
                <a:lnTo>
                  <a:pt x="22022" y="38293"/>
                </a:lnTo>
                <a:cubicBezTo>
                  <a:pt x="4717" y="40608"/>
                  <a:pt x="-3267" y="38041"/>
                  <a:pt x="7394" y="6401"/>
                </a:cubicBezTo>
                <a:lnTo>
                  <a:pt x="7394" y="6401"/>
                </a:lnTo>
                <a:cubicBezTo>
                  <a:pt x="8680" y="2586"/>
                  <a:pt x="9448" y="293"/>
                  <a:pt x="9542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085"/>
                </a:lnTo>
                <a:lnTo>
                  <a:pt x="43200" y="35085"/>
                </a:lnTo>
                <a:cubicBezTo>
                  <a:pt x="42705" y="35175"/>
                  <a:pt x="34680" y="36601"/>
                  <a:pt x="22022" y="38293"/>
                </a:cubicBezTo>
                <a:close/>
              </a:path>
            </a:pathLst>
          </a:custGeom>
          <a:solidFill>
            <a:schemeClr val="accent1">
              <a:alpha val="4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889681614" name="Shape 1065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937" y="38673"/>
                </a:moveTo>
                <a:lnTo>
                  <a:pt x="21937" y="38673"/>
                </a:lnTo>
                <a:cubicBezTo>
                  <a:pt x="4591" y="40992"/>
                  <a:pt x="-3491" y="38448"/>
                  <a:pt x="7299" y="6427"/>
                </a:cubicBezTo>
                <a:lnTo>
                  <a:pt x="7299" y="6427"/>
                </a:lnTo>
                <a:cubicBezTo>
                  <a:pt x="8570" y="2655"/>
                  <a:pt x="9336" y="352"/>
                  <a:pt x="9449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453"/>
                </a:lnTo>
                <a:lnTo>
                  <a:pt x="43200" y="35453"/>
                </a:lnTo>
                <a:cubicBezTo>
                  <a:pt x="42570" y="35561"/>
                  <a:pt x="34558" y="36985"/>
                  <a:pt x="21937" y="38673"/>
                </a:cubicBezTo>
                <a:close/>
              </a:path>
            </a:pathLst>
          </a:custGeom>
          <a:solidFill>
            <a:schemeClr val="accent1">
              <a:alpha val="5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2111030700" name="Shape 1066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853" y="39052"/>
                </a:moveTo>
                <a:lnTo>
                  <a:pt x="21853" y="39052"/>
                </a:lnTo>
                <a:cubicBezTo>
                  <a:pt x="4466" y="41377"/>
                  <a:pt x="-3715" y="38855"/>
                  <a:pt x="7204" y="6453"/>
                </a:cubicBezTo>
                <a:lnTo>
                  <a:pt x="7204" y="6453"/>
                </a:lnTo>
                <a:cubicBezTo>
                  <a:pt x="8461" y="2724"/>
                  <a:pt x="9225" y="411"/>
                  <a:pt x="9357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822"/>
                </a:lnTo>
                <a:lnTo>
                  <a:pt x="43200" y="35822"/>
                </a:lnTo>
                <a:cubicBezTo>
                  <a:pt x="42480" y="35948"/>
                  <a:pt x="34436" y="37369"/>
                  <a:pt x="21853" y="39052"/>
                </a:cubicBezTo>
                <a:close/>
              </a:path>
            </a:pathLst>
          </a:custGeom>
          <a:solidFill>
            <a:schemeClr val="accent1">
              <a:alpha val="63999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721209699" name="Shape 1067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768" y="39431"/>
                </a:moveTo>
                <a:lnTo>
                  <a:pt x="21768" y="39431"/>
                </a:lnTo>
                <a:cubicBezTo>
                  <a:pt x="4340" y="41761"/>
                  <a:pt x="-3939" y="39262"/>
                  <a:pt x="7109" y="6478"/>
                </a:cubicBezTo>
                <a:lnTo>
                  <a:pt x="7109" y="6478"/>
                </a:lnTo>
                <a:cubicBezTo>
                  <a:pt x="8351" y="2792"/>
                  <a:pt x="9114" y="470"/>
                  <a:pt x="9265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190"/>
                </a:lnTo>
                <a:lnTo>
                  <a:pt x="43200" y="36190"/>
                </a:lnTo>
                <a:cubicBezTo>
                  <a:pt x="42390" y="36334"/>
                  <a:pt x="34314" y="37753"/>
                  <a:pt x="21768" y="39431"/>
                </a:cubicBezTo>
                <a:close/>
              </a:path>
            </a:pathLst>
          </a:custGeom>
          <a:solidFill>
            <a:schemeClr val="accent1">
              <a:alpha val="73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287997964" name="Shape 1068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683" y="39810"/>
                </a:moveTo>
                <a:lnTo>
                  <a:pt x="21683" y="39810"/>
                </a:lnTo>
                <a:cubicBezTo>
                  <a:pt x="4214" y="42146"/>
                  <a:pt x="-4163" y="39669"/>
                  <a:pt x="7014" y="6504"/>
                </a:cubicBezTo>
                <a:lnTo>
                  <a:pt x="7014" y="6504"/>
                </a:lnTo>
                <a:cubicBezTo>
                  <a:pt x="8241" y="2861"/>
                  <a:pt x="9003" y="528"/>
                  <a:pt x="9172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558"/>
                </a:lnTo>
                <a:lnTo>
                  <a:pt x="43200" y="36558"/>
                </a:lnTo>
                <a:cubicBezTo>
                  <a:pt x="42300" y="36720"/>
                  <a:pt x="34192" y="38137"/>
                  <a:pt x="21683" y="39810"/>
                </a:cubicBezTo>
                <a:close/>
              </a:path>
            </a:pathLst>
          </a:custGeom>
          <a:solidFill>
            <a:schemeClr val="accent1">
              <a:alpha val="82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349353349" name="Shape 1069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599" y="40189"/>
                </a:moveTo>
                <a:lnTo>
                  <a:pt x="21599" y="40189"/>
                </a:lnTo>
                <a:cubicBezTo>
                  <a:pt x="4089" y="42530"/>
                  <a:pt x="-4386" y="40077"/>
                  <a:pt x="6918" y="6529"/>
                </a:cubicBezTo>
                <a:lnTo>
                  <a:pt x="6918" y="6529"/>
                </a:lnTo>
                <a:cubicBezTo>
                  <a:pt x="8131" y="2930"/>
                  <a:pt x="8892" y="587"/>
                  <a:pt x="9080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926"/>
                </a:lnTo>
                <a:lnTo>
                  <a:pt x="43200" y="36926"/>
                </a:lnTo>
                <a:cubicBezTo>
                  <a:pt x="42165" y="37107"/>
                  <a:pt x="34070" y="38521"/>
                  <a:pt x="21599" y="40189"/>
                </a:cubicBezTo>
                <a:close/>
              </a:path>
            </a:pathLst>
          </a:custGeom>
          <a:solidFill>
            <a:schemeClr val="accent1">
              <a:alpha val="91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352409833" name="Shape 1070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514" y="40568"/>
                </a:moveTo>
                <a:lnTo>
                  <a:pt x="21514" y="40568"/>
                </a:lnTo>
                <a:cubicBezTo>
                  <a:pt x="3963" y="42915"/>
                  <a:pt x="-4610" y="40484"/>
                  <a:pt x="6823" y="6555"/>
                </a:cubicBezTo>
                <a:lnTo>
                  <a:pt x="6823" y="6555"/>
                </a:lnTo>
                <a:cubicBezTo>
                  <a:pt x="8022" y="2999"/>
                  <a:pt x="8781" y="646"/>
                  <a:pt x="8988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7295"/>
                </a:lnTo>
                <a:lnTo>
                  <a:pt x="43200" y="37295"/>
                </a:lnTo>
                <a:cubicBezTo>
                  <a:pt x="42075" y="37493"/>
                  <a:pt x="33948" y="38905"/>
                  <a:pt x="21514" y="40568"/>
                </a:cubicBez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728292569" name="PlaceHolder 1"/>
          <p:cNvSpPr>
            <a:spLocks noGrp="1"/>
          </p:cNvSpPr>
          <p:nvPr>
            <p:ph type="ftr" idx="7"/>
          </p:nvPr>
        </p:nvSpPr>
        <p:spPr bwMode="auto">
          <a:xfrm>
            <a:off x="3844440" y="4767120"/>
            <a:ext cx="26712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Noto Serif CJK JP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Noto Serif CJK JP"/>
              </a:rPr>
              <a:t>&lt;フッター&gt;</a:t>
            </a:r>
            <a:endParaRPr lang="en-US" sz="1400" b="0" strike="noStrike" spc="-1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386219552" name="PlaceHolder 2"/>
          <p:cNvSpPr>
            <a:spLocks noGrp="1"/>
          </p:cNvSpPr>
          <p:nvPr>
            <p:ph type="sldNum" idx="8"/>
          </p:nvPr>
        </p:nvSpPr>
        <p:spPr bwMode="auto">
          <a:xfrm>
            <a:off x="6948360" y="4767120"/>
            <a:ext cx="173772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2D6A7236-12D7-41B5-ABE3-01711E0FEB8C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&lt;番号&gt;</a:t>
            </a:fld>
            <a:endParaRPr lang="en-US" sz="1200" b="0" strike="noStrike" spc="-1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2058766543" name="PlaceHolder 3"/>
          <p:cNvSpPr>
            <a:spLocks noGrp="1"/>
          </p:cNvSpPr>
          <p:nvPr>
            <p:ph type="dt" idx="9"/>
          </p:nvPr>
        </p:nvSpPr>
        <p:spPr bwMode="auto">
          <a:xfrm>
            <a:off x="12142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Noto Serif CJK JP"/>
              </a:defRPr>
            </a:lvl1pPr>
          </a:lstStyle>
          <a:p>
            <a:pPr indent="0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Noto Serif CJK JP"/>
              </a:rPr>
              <a:t>&lt;日付/時刻&gt;</a:t>
            </a:r>
            <a:endParaRPr lang="en-US" sz="1400" b="0" strike="noStrike" spc="-1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1611297671" name="PlaceHolder 4"/>
          <p:cNvSpPr>
            <a:spLocks noGrp="1"/>
          </p:cNvSpPr>
          <p:nvPr>
            <p:ph type="title"/>
          </p:nvPr>
        </p:nvSpPr>
        <p:spPr bwMode="auto"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r>
              <a:rPr lang="ja-JP" sz="4400" b="0" strike="noStrike" spc="-1">
                <a:solidFill>
                  <a:srgbClr val="000000"/>
                </a:solidFill>
                <a:latin typeface="Arial"/>
              </a:rPr>
              <a:t>クリックしてタイトルテキストを編集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3994436" name="PlaceHolder 5"/>
          <p:cNvSpPr>
            <a:spLocks noGrp="1"/>
          </p:cNvSpPr>
          <p:nvPr>
            <p:ph type="body"/>
          </p:nvPr>
        </p:nvSpPr>
        <p:spPr bwMode="auto"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43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ja-JP" sz="3200" b="0" strike="noStrike" spc="-1">
                <a:solidFill>
                  <a:srgbClr val="000000"/>
                </a:solidFill>
                <a:latin typeface="Arial"/>
              </a:rPr>
              <a:t>クリックしてアウトラインのテキストを編集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2</a:t>
            </a:r>
            <a:r>
              <a:rPr lang="ja-JP" sz="28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3</a:t>
            </a:r>
            <a:r>
              <a:rPr lang="ja-JP" sz="24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4</a:t>
            </a:r>
            <a:r>
              <a:rPr lang="ja-JP" sz="20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5</a:t>
            </a:r>
            <a:r>
              <a:rPr lang="ja-JP" sz="20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6</a:t>
            </a:r>
            <a:r>
              <a:rPr lang="ja-JP" sz="20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7</a:t>
            </a:r>
            <a:r>
              <a:rPr lang="ja-JP" sz="20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2576711" name="Shape 1058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6343" y="6641"/>
                </a:moveTo>
                <a:lnTo>
                  <a:pt x="6343" y="6641"/>
                </a:lnTo>
                <a:cubicBezTo>
                  <a:pt x="7781" y="2374"/>
                  <a:pt x="8594" y="0"/>
                  <a:pt x="8594" y="0"/>
                </a:cubicBezTo>
                <a:lnTo>
                  <a:pt x="0" y="0"/>
                </a:lnTo>
                <a:lnTo>
                  <a:pt x="0" y="43200"/>
                </a:lnTo>
                <a:lnTo>
                  <a:pt x="43200" y="43200"/>
                </a:lnTo>
                <a:lnTo>
                  <a:pt x="43200" y="37760"/>
                </a:lnTo>
                <a:lnTo>
                  <a:pt x="43200" y="37760"/>
                </a:lnTo>
                <a:cubicBezTo>
                  <a:pt x="43200" y="37760"/>
                  <a:pt x="34824" y="39282"/>
                  <a:pt x="21228" y="41101"/>
                </a:cubicBezTo>
                <a:lnTo>
                  <a:pt x="21228" y="41101"/>
                </a:lnTo>
                <a:cubicBezTo>
                  <a:pt x="3446" y="43478"/>
                  <a:pt x="-5241" y="41016"/>
                  <a:pt x="6343" y="6641"/>
                </a:cubicBez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578402359" name="Shape 1059"/>
          <p:cNvSpPr/>
          <p:nvPr/>
        </p:nvSpPr>
        <p:spPr bwMode="auto"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302519137" name="Shape 1060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2361" y="36777"/>
                </a:moveTo>
                <a:lnTo>
                  <a:pt x="22361" y="36777"/>
                </a:lnTo>
                <a:cubicBezTo>
                  <a:pt x="5219" y="39070"/>
                  <a:pt x="-2372" y="36412"/>
                  <a:pt x="7775" y="6299"/>
                </a:cubicBezTo>
                <a:lnTo>
                  <a:pt x="7775" y="6299"/>
                </a:lnTo>
                <a:cubicBezTo>
                  <a:pt x="9119" y="2311"/>
                  <a:pt x="9892" y="58"/>
                  <a:pt x="9911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3612"/>
                </a:lnTo>
                <a:lnTo>
                  <a:pt x="43200" y="33612"/>
                </a:lnTo>
                <a:cubicBezTo>
                  <a:pt x="43110" y="33630"/>
                  <a:pt x="35168" y="35065"/>
                  <a:pt x="22361" y="36777"/>
                </a:cubicBezTo>
                <a:close/>
              </a:path>
            </a:pathLst>
          </a:custGeom>
          <a:solidFill>
            <a:schemeClr val="accent1">
              <a:alpha val="9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458625559" name="Shape 1061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2276" y="37156"/>
                </a:moveTo>
                <a:lnTo>
                  <a:pt x="22276" y="37156"/>
                </a:lnTo>
                <a:cubicBezTo>
                  <a:pt x="5093" y="39454"/>
                  <a:pt x="-2596" y="36819"/>
                  <a:pt x="7680" y="6325"/>
                </a:cubicBezTo>
                <a:lnTo>
                  <a:pt x="7680" y="6325"/>
                </a:lnTo>
                <a:cubicBezTo>
                  <a:pt x="9010" y="2380"/>
                  <a:pt x="9781" y="117"/>
                  <a:pt x="9819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3980"/>
                </a:lnTo>
                <a:lnTo>
                  <a:pt x="43200" y="33980"/>
                </a:lnTo>
                <a:cubicBezTo>
                  <a:pt x="43020" y="34016"/>
                  <a:pt x="35046" y="35449"/>
                  <a:pt x="22276" y="37156"/>
                </a:cubicBezTo>
                <a:close/>
              </a:path>
            </a:pathLst>
          </a:custGeom>
          <a:solidFill>
            <a:schemeClr val="accent1">
              <a:alpha val="18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841746801" name="Shape 1062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2192" y="37535"/>
                </a:moveTo>
                <a:lnTo>
                  <a:pt x="22192" y="37535"/>
                </a:lnTo>
                <a:cubicBezTo>
                  <a:pt x="4968" y="39839"/>
                  <a:pt x="-2820" y="37226"/>
                  <a:pt x="7585" y="6350"/>
                </a:cubicBezTo>
                <a:lnTo>
                  <a:pt x="7585" y="6350"/>
                </a:lnTo>
                <a:cubicBezTo>
                  <a:pt x="8900" y="2448"/>
                  <a:pt x="9670" y="176"/>
                  <a:pt x="9726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4348"/>
                </a:lnTo>
                <a:lnTo>
                  <a:pt x="43200" y="34348"/>
                </a:lnTo>
                <a:cubicBezTo>
                  <a:pt x="42885" y="34402"/>
                  <a:pt x="34924" y="35833"/>
                  <a:pt x="22192" y="37535"/>
                </a:cubicBezTo>
                <a:close/>
              </a:path>
            </a:pathLst>
          </a:custGeom>
          <a:solidFill>
            <a:schemeClr val="accent1">
              <a:alpha val="26999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677368356" name="Shape 1063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2107" y="37914"/>
                </a:moveTo>
                <a:lnTo>
                  <a:pt x="22107" y="37914"/>
                </a:lnTo>
                <a:cubicBezTo>
                  <a:pt x="4842" y="40223"/>
                  <a:pt x="-3044" y="37634"/>
                  <a:pt x="7490" y="6376"/>
                </a:cubicBezTo>
                <a:lnTo>
                  <a:pt x="7490" y="6376"/>
                </a:lnTo>
                <a:cubicBezTo>
                  <a:pt x="8790" y="2517"/>
                  <a:pt x="9559" y="235"/>
                  <a:pt x="9634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4717"/>
                </a:lnTo>
                <a:lnTo>
                  <a:pt x="43200" y="34717"/>
                </a:lnTo>
                <a:cubicBezTo>
                  <a:pt x="42795" y="34789"/>
                  <a:pt x="34802" y="36217"/>
                  <a:pt x="22107" y="37914"/>
                </a:cubicBezTo>
                <a:close/>
              </a:path>
            </a:pathLst>
          </a:custGeom>
          <a:solidFill>
            <a:schemeClr val="accent1">
              <a:alpha val="36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2110651559" name="Shape 1064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2022" y="38293"/>
                </a:moveTo>
                <a:lnTo>
                  <a:pt x="22022" y="38293"/>
                </a:lnTo>
                <a:cubicBezTo>
                  <a:pt x="4717" y="40608"/>
                  <a:pt x="-3267" y="38041"/>
                  <a:pt x="7394" y="6401"/>
                </a:cubicBezTo>
                <a:lnTo>
                  <a:pt x="7394" y="6401"/>
                </a:lnTo>
                <a:cubicBezTo>
                  <a:pt x="8680" y="2586"/>
                  <a:pt x="9448" y="293"/>
                  <a:pt x="9542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085"/>
                </a:lnTo>
                <a:lnTo>
                  <a:pt x="43200" y="35085"/>
                </a:lnTo>
                <a:cubicBezTo>
                  <a:pt x="42705" y="35175"/>
                  <a:pt x="34680" y="36601"/>
                  <a:pt x="22022" y="38293"/>
                </a:cubicBezTo>
                <a:close/>
              </a:path>
            </a:pathLst>
          </a:custGeom>
          <a:solidFill>
            <a:schemeClr val="accent1">
              <a:alpha val="4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991060130" name="Shape 1065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937" y="38673"/>
                </a:moveTo>
                <a:lnTo>
                  <a:pt x="21937" y="38673"/>
                </a:lnTo>
                <a:cubicBezTo>
                  <a:pt x="4591" y="40992"/>
                  <a:pt x="-3491" y="38448"/>
                  <a:pt x="7299" y="6427"/>
                </a:cubicBezTo>
                <a:lnTo>
                  <a:pt x="7299" y="6427"/>
                </a:lnTo>
                <a:cubicBezTo>
                  <a:pt x="8570" y="2655"/>
                  <a:pt x="9336" y="352"/>
                  <a:pt x="9449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453"/>
                </a:lnTo>
                <a:lnTo>
                  <a:pt x="43200" y="35453"/>
                </a:lnTo>
                <a:cubicBezTo>
                  <a:pt x="42570" y="35561"/>
                  <a:pt x="34558" y="36985"/>
                  <a:pt x="21937" y="38673"/>
                </a:cubicBezTo>
                <a:close/>
              </a:path>
            </a:pathLst>
          </a:custGeom>
          <a:solidFill>
            <a:schemeClr val="accent1">
              <a:alpha val="5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791648919" name="Shape 1066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853" y="39052"/>
                </a:moveTo>
                <a:lnTo>
                  <a:pt x="21853" y="39052"/>
                </a:lnTo>
                <a:cubicBezTo>
                  <a:pt x="4466" y="41377"/>
                  <a:pt x="-3715" y="38855"/>
                  <a:pt x="7204" y="6453"/>
                </a:cubicBezTo>
                <a:lnTo>
                  <a:pt x="7204" y="6453"/>
                </a:lnTo>
                <a:cubicBezTo>
                  <a:pt x="8461" y="2724"/>
                  <a:pt x="9225" y="411"/>
                  <a:pt x="9357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822"/>
                </a:lnTo>
                <a:lnTo>
                  <a:pt x="43200" y="35822"/>
                </a:lnTo>
                <a:cubicBezTo>
                  <a:pt x="42480" y="35948"/>
                  <a:pt x="34436" y="37369"/>
                  <a:pt x="21853" y="39052"/>
                </a:cubicBezTo>
                <a:close/>
              </a:path>
            </a:pathLst>
          </a:custGeom>
          <a:solidFill>
            <a:schemeClr val="accent1">
              <a:alpha val="63999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563668084" name="Shape 1067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768" y="39431"/>
                </a:moveTo>
                <a:lnTo>
                  <a:pt x="21768" y="39431"/>
                </a:lnTo>
                <a:cubicBezTo>
                  <a:pt x="4340" y="41761"/>
                  <a:pt x="-3939" y="39262"/>
                  <a:pt x="7109" y="6478"/>
                </a:cubicBezTo>
                <a:lnTo>
                  <a:pt x="7109" y="6478"/>
                </a:lnTo>
                <a:cubicBezTo>
                  <a:pt x="8351" y="2792"/>
                  <a:pt x="9114" y="470"/>
                  <a:pt x="9265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190"/>
                </a:lnTo>
                <a:lnTo>
                  <a:pt x="43200" y="36190"/>
                </a:lnTo>
                <a:cubicBezTo>
                  <a:pt x="42390" y="36334"/>
                  <a:pt x="34314" y="37753"/>
                  <a:pt x="21768" y="39431"/>
                </a:cubicBezTo>
                <a:close/>
              </a:path>
            </a:pathLst>
          </a:custGeom>
          <a:solidFill>
            <a:schemeClr val="accent1">
              <a:alpha val="73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614703483" name="Shape 1068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683" y="39810"/>
                </a:moveTo>
                <a:lnTo>
                  <a:pt x="21683" y="39810"/>
                </a:lnTo>
                <a:cubicBezTo>
                  <a:pt x="4214" y="42146"/>
                  <a:pt x="-4163" y="39669"/>
                  <a:pt x="7014" y="6504"/>
                </a:cubicBezTo>
                <a:lnTo>
                  <a:pt x="7014" y="6504"/>
                </a:lnTo>
                <a:cubicBezTo>
                  <a:pt x="8241" y="2861"/>
                  <a:pt x="9003" y="528"/>
                  <a:pt x="9172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558"/>
                </a:lnTo>
                <a:lnTo>
                  <a:pt x="43200" y="36558"/>
                </a:lnTo>
                <a:cubicBezTo>
                  <a:pt x="42300" y="36720"/>
                  <a:pt x="34192" y="38137"/>
                  <a:pt x="21683" y="39810"/>
                </a:cubicBezTo>
                <a:close/>
              </a:path>
            </a:pathLst>
          </a:custGeom>
          <a:solidFill>
            <a:schemeClr val="accent1">
              <a:alpha val="82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246123834" name="Shape 1069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599" y="40189"/>
                </a:moveTo>
                <a:lnTo>
                  <a:pt x="21599" y="40189"/>
                </a:lnTo>
                <a:cubicBezTo>
                  <a:pt x="4089" y="42530"/>
                  <a:pt x="-4386" y="40077"/>
                  <a:pt x="6918" y="6529"/>
                </a:cubicBezTo>
                <a:lnTo>
                  <a:pt x="6918" y="6529"/>
                </a:lnTo>
                <a:cubicBezTo>
                  <a:pt x="8131" y="2930"/>
                  <a:pt x="8892" y="587"/>
                  <a:pt x="9080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926"/>
                </a:lnTo>
                <a:lnTo>
                  <a:pt x="43200" y="36926"/>
                </a:lnTo>
                <a:cubicBezTo>
                  <a:pt x="42165" y="37107"/>
                  <a:pt x="34070" y="38521"/>
                  <a:pt x="21599" y="40189"/>
                </a:cubicBezTo>
                <a:close/>
              </a:path>
            </a:pathLst>
          </a:custGeom>
          <a:solidFill>
            <a:schemeClr val="accent1">
              <a:alpha val="91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155031744" name="Shape 1070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514" y="40568"/>
                </a:moveTo>
                <a:lnTo>
                  <a:pt x="21514" y="40568"/>
                </a:lnTo>
                <a:cubicBezTo>
                  <a:pt x="3963" y="42915"/>
                  <a:pt x="-4610" y="40484"/>
                  <a:pt x="6823" y="6555"/>
                </a:cubicBezTo>
                <a:lnTo>
                  <a:pt x="6823" y="6555"/>
                </a:lnTo>
                <a:cubicBezTo>
                  <a:pt x="8022" y="2999"/>
                  <a:pt x="8781" y="646"/>
                  <a:pt x="8988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7295"/>
                </a:lnTo>
                <a:lnTo>
                  <a:pt x="43200" y="37295"/>
                </a:lnTo>
                <a:cubicBezTo>
                  <a:pt x="42075" y="37493"/>
                  <a:pt x="33948" y="38905"/>
                  <a:pt x="21514" y="40568"/>
                </a:cubicBez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891360681" name="PlaceHolder 1"/>
          <p:cNvSpPr>
            <a:spLocks noGrp="1"/>
          </p:cNvSpPr>
          <p:nvPr>
            <p:ph type="title"/>
          </p:nvPr>
        </p:nvSpPr>
        <p:spPr bwMode="auto">
          <a:xfrm>
            <a:off x="1187640" y="205920"/>
            <a:ext cx="7498440" cy="8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クリックしてタイトルテキストを編集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4082214" name="PlaceHolder 2"/>
          <p:cNvSpPr>
            <a:spLocks noGrp="1"/>
          </p:cNvSpPr>
          <p:nvPr>
            <p:ph type="body"/>
          </p:nvPr>
        </p:nvSpPr>
        <p:spPr bwMode="auto">
          <a:xfrm>
            <a:off x="1187640" y="1200240"/>
            <a:ext cx="7498440" cy="339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クリックしてアウトラインのテキストを編集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2</a:t>
            </a: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3</a:t>
            </a: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4</a:t>
            </a: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5</a:t>
            </a: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6</a:t>
            </a: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7</a:t>
            </a: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4277530" name="PlaceHolder 3"/>
          <p:cNvSpPr>
            <a:spLocks noGrp="1"/>
          </p:cNvSpPr>
          <p:nvPr>
            <p:ph type="ftr" idx="10"/>
          </p:nvPr>
        </p:nvSpPr>
        <p:spPr bwMode="auto">
          <a:xfrm>
            <a:off x="3844440" y="4767120"/>
            <a:ext cx="26712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Noto Serif CJK JP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Noto Serif CJK JP"/>
              </a:rPr>
              <a:t>&lt;フッター&gt;</a:t>
            </a:r>
            <a:endParaRPr lang="en-US" sz="1400" b="0" strike="noStrike" spc="-1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261218628" name="PlaceHolder 4"/>
          <p:cNvSpPr>
            <a:spLocks noGrp="1"/>
          </p:cNvSpPr>
          <p:nvPr>
            <p:ph type="sldNum" idx="11"/>
          </p:nvPr>
        </p:nvSpPr>
        <p:spPr bwMode="auto">
          <a:xfrm>
            <a:off x="6948360" y="4767120"/>
            <a:ext cx="173772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0796FF40-192D-4BF5-BBB4-52326EC72494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&lt;番号&gt;</a:t>
            </a:fld>
            <a:endParaRPr lang="en-US" sz="1200" b="0" strike="noStrike" spc="-1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1989301144" name="PlaceHolder 5"/>
          <p:cNvSpPr>
            <a:spLocks noGrp="1"/>
          </p:cNvSpPr>
          <p:nvPr>
            <p:ph type="dt" idx="12"/>
          </p:nvPr>
        </p:nvSpPr>
        <p:spPr bwMode="auto">
          <a:xfrm>
            <a:off x="12142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Noto Serif CJK JP"/>
              </a:defRPr>
            </a:lvl1pPr>
          </a:lstStyle>
          <a:p>
            <a:pPr indent="0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Noto Serif CJK JP"/>
              </a:rPr>
              <a:t>&lt;日付/時刻&gt;</a:t>
            </a:r>
            <a:endParaRPr lang="en-US" sz="1400" b="0" strike="noStrike" spc="-1">
              <a:solidFill>
                <a:srgbClr val="000000"/>
              </a:solidFill>
              <a:latin typeface="Noto Serif CJK JP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624252" name="Shape 1058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6343" y="6641"/>
                </a:moveTo>
                <a:lnTo>
                  <a:pt x="6343" y="6641"/>
                </a:lnTo>
                <a:cubicBezTo>
                  <a:pt x="7781" y="2374"/>
                  <a:pt x="8594" y="0"/>
                  <a:pt x="8594" y="0"/>
                </a:cubicBezTo>
                <a:lnTo>
                  <a:pt x="0" y="0"/>
                </a:lnTo>
                <a:lnTo>
                  <a:pt x="0" y="43200"/>
                </a:lnTo>
                <a:lnTo>
                  <a:pt x="43200" y="43200"/>
                </a:lnTo>
                <a:lnTo>
                  <a:pt x="43200" y="37760"/>
                </a:lnTo>
                <a:lnTo>
                  <a:pt x="43200" y="37760"/>
                </a:lnTo>
                <a:cubicBezTo>
                  <a:pt x="43200" y="37760"/>
                  <a:pt x="34824" y="39282"/>
                  <a:pt x="21228" y="41101"/>
                </a:cubicBezTo>
                <a:lnTo>
                  <a:pt x="21228" y="41101"/>
                </a:lnTo>
                <a:cubicBezTo>
                  <a:pt x="3446" y="43478"/>
                  <a:pt x="-5241" y="41016"/>
                  <a:pt x="6343" y="6641"/>
                </a:cubicBez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975075687" name="Shape 1059"/>
          <p:cNvSpPr/>
          <p:nvPr/>
        </p:nvSpPr>
        <p:spPr bwMode="auto"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536044207" name="Shape 1060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2361" y="36777"/>
                </a:moveTo>
                <a:lnTo>
                  <a:pt x="22361" y="36777"/>
                </a:lnTo>
                <a:cubicBezTo>
                  <a:pt x="5219" y="39070"/>
                  <a:pt x="-2372" y="36412"/>
                  <a:pt x="7775" y="6299"/>
                </a:cubicBezTo>
                <a:lnTo>
                  <a:pt x="7775" y="6299"/>
                </a:lnTo>
                <a:cubicBezTo>
                  <a:pt x="9119" y="2311"/>
                  <a:pt x="9892" y="58"/>
                  <a:pt x="9911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3612"/>
                </a:lnTo>
                <a:lnTo>
                  <a:pt x="43200" y="33612"/>
                </a:lnTo>
                <a:cubicBezTo>
                  <a:pt x="43110" y="33630"/>
                  <a:pt x="35168" y="35065"/>
                  <a:pt x="22361" y="36777"/>
                </a:cubicBezTo>
                <a:close/>
              </a:path>
            </a:pathLst>
          </a:custGeom>
          <a:solidFill>
            <a:schemeClr val="accent1">
              <a:alpha val="9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988227821" name="Shape 1061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2276" y="37156"/>
                </a:moveTo>
                <a:lnTo>
                  <a:pt x="22276" y="37156"/>
                </a:lnTo>
                <a:cubicBezTo>
                  <a:pt x="5093" y="39454"/>
                  <a:pt x="-2596" y="36819"/>
                  <a:pt x="7680" y="6325"/>
                </a:cubicBezTo>
                <a:lnTo>
                  <a:pt x="7680" y="6325"/>
                </a:lnTo>
                <a:cubicBezTo>
                  <a:pt x="9010" y="2380"/>
                  <a:pt x="9781" y="117"/>
                  <a:pt x="9819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3980"/>
                </a:lnTo>
                <a:lnTo>
                  <a:pt x="43200" y="33980"/>
                </a:lnTo>
                <a:cubicBezTo>
                  <a:pt x="43020" y="34016"/>
                  <a:pt x="35046" y="35449"/>
                  <a:pt x="22276" y="37156"/>
                </a:cubicBezTo>
                <a:close/>
              </a:path>
            </a:pathLst>
          </a:custGeom>
          <a:solidFill>
            <a:schemeClr val="accent1">
              <a:alpha val="18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545002446" name="Shape 1062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2192" y="37535"/>
                </a:moveTo>
                <a:lnTo>
                  <a:pt x="22192" y="37535"/>
                </a:lnTo>
                <a:cubicBezTo>
                  <a:pt x="4968" y="39839"/>
                  <a:pt x="-2820" y="37226"/>
                  <a:pt x="7585" y="6350"/>
                </a:cubicBezTo>
                <a:lnTo>
                  <a:pt x="7585" y="6350"/>
                </a:lnTo>
                <a:cubicBezTo>
                  <a:pt x="8900" y="2448"/>
                  <a:pt x="9670" y="176"/>
                  <a:pt x="9726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4348"/>
                </a:lnTo>
                <a:lnTo>
                  <a:pt x="43200" y="34348"/>
                </a:lnTo>
                <a:cubicBezTo>
                  <a:pt x="42885" y="34402"/>
                  <a:pt x="34924" y="35833"/>
                  <a:pt x="22192" y="37535"/>
                </a:cubicBezTo>
                <a:close/>
              </a:path>
            </a:pathLst>
          </a:custGeom>
          <a:solidFill>
            <a:schemeClr val="accent1">
              <a:alpha val="26999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261467861" name="Shape 1063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2107" y="37914"/>
                </a:moveTo>
                <a:lnTo>
                  <a:pt x="22107" y="37914"/>
                </a:lnTo>
                <a:cubicBezTo>
                  <a:pt x="4842" y="40223"/>
                  <a:pt x="-3044" y="37634"/>
                  <a:pt x="7490" y="6376"/>
                </a:cubicBezTo>
                <a:lnTo>
                  <a:pt x="7490" y="6376"/>
                </a:lnTo>
                <a:cubicBezTo>
                  <a:pt x="8790" y="2517"/>
                  <a:pt x="9559" y="235"/>
                  <a:pt x="9634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4717"/>
                </a:lnTo>
                <a:lnTo>
                  <a:pt x="43200" y="34717"/>
                </a:lnTo>
                <a:cubicBezTo>
                  <a:pt x="42795" y="34789"/>
                  <a:pt x="34802" y="36217"/>
                  <a:pt x="22107" y="37914"/>
                </a:cubicBezTo>
                <a:close/>
              </a:path>
            </a:pathLst>
          </a:custGeom>
          <a:solidFill>
            <a:schemeClr val="accent1">
              <a:alpha val="36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639641551" name="Shape 1064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2022" y="38293"/>
                </a:moveTo>
                <a:lnTo>
                  <a:pt x="22022" y="38293"/>
                </a:lnTo>
                <a:cubicBezTo>
                  <a:pt x="4717" y="40608"/>
                  <a:pt x="-3267" y="38041"/>
                  <a:pt x="7394" y="6401"/>
                </a:cubicBezTo>
                <a:lnTo>
                  <a:pt x="7394" y="6401"/>
                </a:lnTo>
                <a:cubicBezTo>
                  <a:pt x="8680" y="2586"/>
                  <a:pt x="9448" y="293"/>
                  <a:pt x="9542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085"/>
                </a:lnTo>
                <a:lnTo>
                  <a:pt x="43200" y="35085"/>
                </a:lnTo>
                <a:cubicBezTo>
                  <a:pt x="42705" y="35175"/>
                  <a:pt x="34680" y="36601"/>
                  <a:pt x="22022" y="38293"/>
                </a:cubicBezTo>
                <a:close/>
              </a:path>
            </a:pathLst>
          </a:custGeom>
          <a:solidFill>
            <a:schemeClr val="accent1">
              <a:alpha val="4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276685693" name="Shape 1065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937" y="38673"/>
                </a:moveTo>
                <a:lnTo>
                  <a:pt x="21937" y="38673"/>
                </a:lnTo>
                <a:cubicBezTo>
                  <a:pt x="4591" y="40992"/>
                  <a:pt x="-3491" y="38448"/>
                  <a:pt x="7299" y="6427"/>
                </a:cubicBezTo>
                <a:lnTo>
                  <a:pt x="7299" y="6427"/>
                </a:lnTo>
                <a:cubicBezTo>
                  <a:pt x="8570" y="2655"/>
                  <a:pt x="9336" y="352"/>
                  <a:pt x="9449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453"/>
                </a:lnTo>
                <a:lnTo>
                  <a:pt x="43200" y="35453"/>
                </a:lnTo>
                <a:cubicBezTo>
                  <a:pt x="42570" y="35561"/>
                  <a:pt x="34558" y="36985"/>
                  <a:pt x="21937" y="38673"/>
                </a:cubicBezTo>
                <a:close/>
              </a:path>
            </a:pathLst>
          </a:custGeom>
          <a:solidFill>
            <a:schemeClr val="accent1">
              <a:alpha val="5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413225034" name="Shape 1066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853" y="39052"/>
                </a:moveTo>
                <a:lnTo>
                  <a:pt x="21853" y="39052"/>
                </a:lnTo>
                <a:cubicBezTo>
                  <a:pt x="4466" y="41377"/>
                  <a:pt x="-3715" y="38855"/>
                  <a:pt x="7204" y="6453"/>
                </a:cubicBezTo>
                <a:lnTo>
                  <a:pt x="7204" y="6453"/>
                </a:lnTo>
                <a:cubicBezTo>
                  <a:pt x="8461" y="2724"/>
                  <a:pt x="9225" y="411"/>
                  <a:pt x="9357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822"/>
                </a:lnTo>
                <a:lnTo>
                  <a:pt x="43200" y="35822"/>
                </a:lnTo>
                <a:cubicBezTo>
                  <a:pt x="42480" y="35948"/>
                  <a:pt x="34436" y="37369"/>
                  <a:pt x="21853" y="39052"/>
                </a:cubicBezTo>
                <a:close/>
              </a:path>
            </a:pathLst>
          </a:custGeom>
          <a:solidFill>
            <a:schemeClr val="accent1">
              <a:alpha val="63999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2029166981" name="Shape 1067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768" y="39431"/>
                </a:moveTo>
                <a:lnTo>
                  <a:pt x="21768" y="39431"/>
                </a:lnTo>
                <a:cubicBezTo>
                  <a:pt x="4340" y="41761"/>
                  <a:pt x="-3939" y="39262"/>
                  <a:pt x="7109" y="6478"/>
                </a:cubicBezTo>
                <a:lnTo>
                  <a:pt x="7109" y="6478"/>
                </a:lnTo>
                <a:cubicBezTo>
                  <a:pt x="8351" y="2792"/>
                  <a:pt x="9114" y="470"/>
                  <a:pt x="9265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190"/>
                </a:lnTo>
                <a:lnTo>
                  <a:pt x="43200" y="36190"/>
                </a:lnTo>
                <a:cubicBezTo>
                  <a:pt x="42390" y="36334"/>
                  <a:pt x="34314" y="37753"/>
                  <a:pt x="21768" y="39431"/>
                </a:cubicBezTo>
                <a:close/>
              </a:path>
            </a:pathLst>
          </a:custGeom>
          <a:solidFill>
            <a:schemeClr val="accent1">
              <a:alpha val="73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906503537" name="Shape 1068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683" y="39810"/>
                </a:moveTo>
                <a:lnTo>
                  <a:pt x="21683" y="39810"/>
                </a:lnTo>
                <a:cubicBezTo>
                  <a:pt x="4214" y="42146"/>
                  <a:pt x="-4163" y="39669"/>
                  <a:pt x="7014" y="6504"/>
                </a:cubicBezTo>
                <a:lnTo>
                  <a:pt x="7014" y="6504"/>
                </a:lnTo>
                <a:cubicBezTo>
                  <a:pt x="8241" y="2861"/>
                  <a:pt x="9003" y="528"/>
                  <a:pt x="9172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558"/>
                </a:lnTo>
                <a:lnTo>
                  <a:pt x="43200" y="36558"/>
                </a:lnTo>
                <a:cubicBezTo>
                  <a:pt x="42300" y="36720"/>
                  <a:pt x="34192" y="38137"/>
                  <a:pt x="21683" y="39810"/>
                </a:cubicBezTo>
                <a:close/>
              </a:path>
            </a:pathLst>
          </a:custGeom>
          <a:solidFill>
            <a:schemeClr val="accent1">
              <a:alpha val="82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214435459" name="Shape 1069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599" y="40189"/>
                </a:moveTo>
                <a:lnTo>
                  <a:pt x="21599" y="40189"/>
                </a:lnTo>
                <a:cubicBezTo>
                  <a:pt x="4089" y="42530"/>
                  <a:pt x="-4386" y="40077"/>
                  <a:pt x="6918" y="6529"/>
                </a:cubicBezTo>
                <a:lnTo>
                  <a:pt x="6918" y="6529"/>
                </a:lnTo>
                <a:cubicBezTo>
                  <a:pt x="8131" y="2930"/>
                  <a:pt x="8892" y="587"/>
                  <a:pt x="9080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926"/>
                </a:lnTo>
                <a:lnTo>
                  <a:pt x="43200" y="36926"/>
                </a:lnTo>
                <a:cubicBezTo>
                  <a:pt x="42165" y="37107"/>
                  <a:pt x="34070" y="38521"/>
                  <a:pt x="21599" y="40189"/>
                </a:cubicBezTo>
                <a:close/>
              </a:path>
            </a:pathLst>
          </a:custGeom>
          <a:solidFill>
            <a:schemeClr val="accent1">
              <a:alpha val="91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657992116" name="Shape 1070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514" y="40568"/>
                </a:moveTo>
                <a:lnTo>
                  <a:pt x="21514" y="40568"/>
                </a:lnTo>
                <a:cubicBezTo>
                  <a:pt x="3963" y="42915"/>
                  <a:pt x="-4610" y="40484"/>
                  <a:pt x="6823" y="6555"/>
                </a:cubicBezTo>
                <a:lnTo>
                  <a:pt x="6823" y="6555"/>
                </a:lnTo>
                <a:cubicBezTo>
                  <a:pt x="8022" y="2999"/>
                  <a:pt x="8781" y="646"/>
                  <a:pt x="8988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7295"/>
                </a:lnTo>
                <a:lnTo>
                  <a:pt x="43200" y="37295"/>
                </a:lnTo>
                <a:cubicBezTo>
                  <a:pt x="42075" y="37493"/>
                  <a:pt x="33948" y="38905"/>
                  <a:pt x="21514" y="40568"/>
                </a:cubicBez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732535996" name="PlaceHolder 1"/>
          <p:cNvSpPr>
            <a:spLocks noGrp="1"/>
          </p:cNvSpPr>
          <p:nvPr>
            <p:ph type="ftr" idx="13"/>
          </p:nvPr>
        </p:nvSpPr>
        <p:spPr bwMode="auto">
          <a:xfrm>
            <a:off x="3844440" y="4767120"/>
            <a:ext cx="26712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Noto Serif CJK JP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Noto Serif CJK JP"/>
              </a:rPr>
              <a:t>&lt;フッター&gt;</a:t>
            </a:r>
            <a:endParaRPr lang="en-US" sz="1400" b="0" strike="noStrike" spc="-1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955386245" name="PlaceHolder 2"/>
          <p:cNvSpPr>
            <a:spLocks noGrp="1"/>
          </p:cNvSpPr>
          <p:nvPr>
            <p:ph type="sldNum" idx="14"/>
          </p:nvPr>
        </p:nvSpPr>
        <p:spPr bwMode="auto">
          <a:xfrm>
            <a:off x="6948360" y="4767120"/>
            <a:ext cx="173772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52868925-C9CA-4E99-9258-EE2CABE6FE87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&lt;番号&gt;</a:t>
            </a:fld>
            <a:endParaRPr lang="en-US" sz="1200" b="0" strike="noStrike" spc="-1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1407376473" name="PlaceHolder 3"/>
          <p:cNvSpPr>
            <a:spLocks noGrp="1"/>
          </p:cNvSpPr>
          <p:nvPr>
            <p:ph type="dt" idx="15"/>
          </p:nvPr>
        </p:nvSpPr>
        <p:spPr bwMode="auto">
          <a:xfrm>
            <a:off x="12142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Noto Serif CJK JP"/>
              </a:defRPr>
            </a:lvl1pPr>
          </a:lstStyle>
          <a:p>
            <a:pPr indent="0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Noto Serif CJK JP"/>
              </a:rPr>
              <a:t>&lt;日付/時刻&gt;</a:t>
            </a:r>
            <a:endParaRPr lang="en-US" sz="1400" b="0" strike="noStrike" spc="-1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827325138" name="PlaceHolder 4"/>
          <p:cNvSpPr>
            <a:spLocks noGrp="1"/>
          </p:cNvSpPr>
          <p:nvPr>
            <p:ph type="title"/>
          </p:nvPr>
        </p:nvSpPr>
        <p:spPr bwMode="auto"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r>
              <a:rPr lang="ja-JP" sz="4400" b="0" strike="noStrike" spc="-1">
                <a:solidFill>
                  <a:srgbClr val="000000"/>
                </a:solidFill>
                <a:latin typeface="Arial"/>
              </a:rPr>
              <a:t>クリックしてタイトルテキストを編集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4896957" name="PlaceHolder 5"/>
          <p:cNvSpPr>
            <a:spLocks noGrp="1"/>
          </p:cNvSpPr>
          <p:nvPr>
            <p:ph type="body"/>
          </p:nvPr>
        </p:nvSpPr>
        <p:spPr bwMode="auto"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43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ja-JP" sz="3200" b="0" strike="noStrike" spc="-1">
                <a:solidFill>
                  <a:srgbClr val="000000"/>
                </a:solidFill>
                <a:latin typeface="Arial"/>
              </a:rPr>
              <a:t>クリックしてアウトラインのテキストを編集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2</a:t>
            </a:r>
            <a:r>
              <a:rPr lang="ja-JP" sz="28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3</a:t>
            </a:r>
            <a:r>
              <a:rPr lang="ja-JP" sz="24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4</a:t>
            </a:r>
            <a:r>
              <a:rPr lang="ja-JP" sz="20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5</a:t>
            </a:r>
            <a:r>
              <a:rPr lang="ja-JP" sz="20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6</a:t>
            </a:r>
            <a:r>
              <a:rPr lang="ja-JP" sz="20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7</a:t>
            </a:r>
            <a:r>
              <a:rPr lang="ja-JP" sz="20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3068793" name="Shape 1058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6343" y="6641"/>
                </a:moveTo>
                <a:lnTo>
                  <a:pt x="6343" y="6641"/>
                </a:lnTo>
                <a:cubicBezTo>
                  <a:pt x="7781" y="2374"/>
                  <a:pt x="8594" y="0"/>
                  <a:pt x="8594" y="0"/>
                </a:cubicBezTo>
                <a:lnTo>
                  <a:pt x="0" y="0"/>
                </a:lnTo>
                <a:lnTo>
                  <a:pt x="0" y="43200"/>
                </a:lnTo>
                <a:lnTo>
                  <a:pt x="43200" y="43200"/>
                </a:lnTo>
                <a:lnTo>
                  <a:pt x="43200" y="37760"/>
                </a:lnTo>
                <a:lnTo>
                  <a:pt x="43200" y="37760"/>
                </a:lnTo>
                <a:cubicBezTo>
                  <a:pt x="43200" y="37760"/>
                  <a:pt x="34824" y="39282"/>
                  <a:pt x="21228" y="41101"/>
                </a:cubicBezTo>
                <a:lnTo>
                  <a:pt x="21228" y="41101"/>
                </a:lnTo>
                <a:cubicBezTo>
                  <a:pt x="3446" y="43478"/>
                  <a:pt x="-5241" y="41016"/>
                  <a:pt x="6343" y="6641"/>
                </a:cubicBez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735764459" name="Shape 1059"/>
          <p:cNvSpPr/>
          <p:nvPr/>
        </p:nvSpPr>
        <p:spPr bwMode="auto"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516244007" name="Shape 1060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2361" y="36777"/>
                </a:moveTo>
                <a:lnTo>
                  <a:pt x="22361" y="36777"/>
                </a:lnTo>
                <a:cubicBezTo>
                  <a:pt x="5219" y="39070"/>
                  <a:pt x="-2372" y="36412"/>
                  <a:pt x="7775" y="6299"/>
                </a:cubicBezTo>
                <a:lnTo>
                  <a:pt x="7775" y="6299"/>
                </a:lnTo>
                <a:cubicBezTo>
                  <a:pt x="9119" y="2311"/>
                  <a:pt x="9892" y="58"/>
                  <a:pt x="9911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3612"/>
                </a:lnTo>
                <a:lnTo>
                  <a:pt x="43200" y="33612"/>
                </a:lnTo>
                <a:cubicBezTo>
                  <a:pt x="43110" y="33630"/>
                  <a:pt x="35168" y="35065"/>
                  <a:pt x="22361" y="36777"/>
                </a:cubicBezTo>
                <a:close/>
              </a:path>
            </a:pathLst>
          </a:custGeom>
          <a:solidFill>
            <a:schemeClr val="accent1">
              <a:alpha val="9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071885677" name="Shape 1061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2276" y="37156"/>
                </a:moveTo>
                <a:lnTo>
                  <a:pt x="22276" y="37156"/>
                </a:lnTo>
                <a:cubicBezTo>
                  <a:pt x="5093" y="39454"/>
                  <a:pt x="-2596" y="36819"/>
                  <a:pt x="7680" y="6325"/>
                </a:cubicBezTo>
                <a:lnTo>
                  <a:pt x="7680" y="6325"/>
                </a:lnTo>
                <a:cubicBezTo>
                  <a:pt x="9010" y="2380"/>
                  <a:pt x="9781" y="117"/>
                  <a:pt x="9819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3980"/>
                </a:lnTo>
                <a:lnTo>
                  <a:pt x="43200" y="33980"/>
                </a:lnTo>
                <a:cubicBezTo>
                  <a:pt x="43020" y="34016"/>
                  <a:pt x="35046" y="35449"/>
                  <a:pt x="22276" y="37156"/>
                </a:cubicBezTo>
                <a:close/>
              </a:path>
            </a:pathLst>
          </a:custGeom>
          <a:solidFill>
            <a:schemeClr val="accent1">
              <a:alpha val="18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922528696" name="Shape 1062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2192" y="37535"/>
                </a:moveTo>
                <a:lnTo>
                  <a:pt x="22192" y="37535"/>
                </a:lnTo>
                <a:cubicBezTo>
                  <a:pt x="4968" y="39839"/>
                  <a:pt x="-2820" y="37226"/>
                  <a:pt x="7585" y="6350"/>
                </a:cubicBezTo>
                <a:lnTo>
                  <a:pt x="7585" y="6350"/>
                </a:lnTo>
                <a:cubicBezTo>
                  <a:pt x="8900" y="2448"/>
                  <a:pt x="9670" y="176"/>
                  <a:pt x="9726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4348"/>
                </a:lnTo>
                <a:lnTo>
                  <a:pt x="43200" y="34348"/>
                </a:lnTo>
                <a:cubicBezTo>
                  <a:pt x="42885" y="34402"/>
                  <a:pt x="34924" y="35833"/>
                  <a:pt x="22192" y="37535"/>
                </a:cubicBezTo>
                <a:close/>
              </a:path>
            </a:pathLst>
          </a:custGeom>
          <a:solidFill>
            <a:schemeClr val="accent1">
              <a:alpha val="26999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540988507" name="Shape 1063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2107" y="37914"/>
                </a:moveTo>
                <a:lnTo>
                  <a:pt x="22107" y="37914"/>
                </a:lnTo>
                <a:cubicBezTo>
                  <a:pt x="4842" y="40223"/>
                  <a:pt x="-3044" y="37634"/>
                  <a:pt x="7490" y="6376"/>
                </a:cubicBezTo>
                <a:lnTo>
                  <a:pt x="7490" y="6376"/>
                </a:lnTo>
                <a:cubicBezTo>
                  <a:pt x="8790" y="2517"/>
                  <a:pt x="9559" y="235"/>
                  <a:pt x="9634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4717"/>
                </a:lnTo>
                <a:lnTo>
                  <a:pt x="43200" y="34717"/>
                </a:lnTo>
                <a:cubicBezTo>
                  <a:pt x="42795" y="34789"/>
                  <a:pt x="34802" y="36217"/>
                  <a:pt x="22107" y="37914"/>
                </a:cubicBezTo>
                <a:close/>
              </a:path>
            </a:pathLst>
          </a:custGeom>
          <a:solidFill>
            <a:schemeClr val="accent1">
              <a:alpha val="36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80214875" name="Shape 1064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2022" y="38293"/>
                </a:moveTo>
                <a:lnTo>
                  <a:pt x="22022" y="38293"/>
                </a:lnTo>
                <a:cubicBezTo>
                  <a:pt x="4717" y="40608"/>
                  <a:pt x="-3267" y="38041"/>
                  <a:pt x="7394" y="6401"/>
                </a:cubicBezTo>
                <a:lnTo>
                  <a:pt x="7394" y="6401"/>
                </a:lnTo>
                <a:cubicBezTo>
                  <a:pt x="8680" y="2586"/>
                  <a:pt x="9448" y="293"/>
                  <a:pt x="9542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085"/>
                </a:lnTo>
                <a:lnTo>
                  <a:pt x="43200" y="35085"/>
                </a:lnTo>
                <a:cubicBezTo>
                  <a:pt x="42705" y="35175"/>
                  <a:pt x="34680" y="36601"/>
                  <a:pt x="22022" y="38293"/>
                </a:cubicBezTo>
                <a:close/>
              </a:path>
            </a:pathLst>
          </a:custGeom>
          <a:solidFill>
            <a:schemeClr val="accent1">
              <a:alpha val="4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450909501" name="Shape 1065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937" y="38673"/>
                </a:moveTo>
                <a:lnTo>
                  <a:pt x="21937" y="38673"/>
                </a:lnTo>
                <a:cubicBezTo>
                  <a:pt x="4591" y="40992"/>
                  <a:pt x="-3491" y="38448"/>
                  <a:pt x="7299" y="6427"/>
                </a:cubicBezTo>
                <a:lnTo>
                  <a:pt x="7299" y="6427"/>
                </a:lnTo>
                <a:cubicBezTo>
                  <a:pt x="8570" y="2655"/>
                  <a:pt x="9336" y="352"/>
                  <a:pt x="9449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453"/>
                </a:lnTo>
                <a:lnTo>
                  <a:pt x="43200" y="35453"/>
                </a:lnTo>
                <a:cubicBezTo>
                  <a:pt x="42570" y="35561"/>
                  <a:pt x="34558" y="36985"/>
                  <a:pt x="21937" y="38673"/>
                </a:cubicBezTo>
                <a:close/>
              </a:path>
            </a:pathLst>
          </a:custGeom>
          <a:solidFill>
            <a:schemeClr val="accent1">
              <a:alpha val="5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262635187" name="Shape 1066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853" y="39052"/>
                </a:moveTo>
                <a:lnTo>
                  <a:pt x="21853" y="39052"/>
                </a:lnTo>
                <a:cubicBezTo>
                  <a:pt x="4466" y="41377"/>
                  <a:pt x="-3715" y="38855"/>
                  <a:pt x="7204" y="6453"/>
                </a:cubicBezTo>
                <a:lnTo>
                  <a:pt x="7204" y="6453"/>
                </a:lnTo>
                <a:cubicBezTo>
                  <a:pt x="8461" y="2724"/>
                  <a:pt x="9225" y="411"/>
                  <a:pt x="9357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822"/>
                </a:lnTo>
                <a:lnTo>
                  <a:pt x="43200" y="35822"/>
                </a:lnTo>
                <a:cubicBezTo>
                  <a:pt x="42480" y="35948"/>
                  <a:pt x="34436" y="37369"/>
                  <a:pt x="21853" y="39052"/>
                </a:cubicBezTo>
                <a:close/>
              </a:path>
            </a:pathLst>
          </a:custGeom>
          <a:solidFill>
            <a:schemeClr val="accent1">
              <a:alpha val="63999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452860" name="Shape 1067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768" y="39431"/>
                </a:moveTo>
                <a:lnTo>
                  <a:pt x="21768" y="39431"/>
                </a:lnTo>
                <a:cubicBezTo>
                  <a:pt x="4340" y="41761"/>
                  <a:pt x="-3939" y="39262"/>
                  <a:pt x="7109" y="6478"/>
                </a:cubicBezTo>
                <a:lnTo>
                  <a:pt x="7109" y="6478"/>
                </a:lnTo>
                <a:cubicBezTo>
                  <a:pt x="8351" y="2792"/>
                  <a:pt x="9114" y="470"/>
                  <a:pt x="9265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190"/>
                </a:lnTo>
                <a:lnTo>
                  <a:pt x="43200" y="36190"/>
                </a:lnTo>
                <a:cubicBezTo>
                  <a:pt x="42390" y="36334"/>
                  <a:pt x="34314" y="37753"/>
                  <a:pt x="21768" y="39431"/>
                </a:cubicBezTo>
                <a:close/>
              </a:path>
            </a:pathLst>
          </a:custGeom>
          <a:solidFill>
            <a:schemeClr val="accent1">
              <a:alpha val="73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707032556" name="Shape 1068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683" y="39810"/>
                </a:moveTo>
                <a:lnTo>
                  <a:pt x="21683" y="39810"/>
                </a:lnTo>
                <a:cubicBezTo>
                  <a:pt x="4214" y="42146"/>
                  <a:pt x="-4163" y="39669"/>
                  <a:pt x="7014" y="6504"/>
                </a:cubicBezTo>
                <a:lnTo>
                  <a:pt x="7014" y="6504"/>
                </a:lnTo>
                <a:cubicBezTo>
                  <a:pt x="8241" y="2861"/>
                  <a:pt x="9003" y="528"/>
                  <a:pt x="9172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558"/>
                </a:lnTo>
                <a:lnTo>
                  <a:pt x="43200" y="36558"/>
                </a:lnTo>
                <a:cubicBezTo>
                  <a:pt x="42300" y="36720"/>
                  <a:pt x="34192" y="38137"/>
                  <a:pt x="21683" y="39810"/>
                </a:cubicBezTo>
                <a:close/>
              </a:path>
            </a:pathLst>
          </a:custGeom>
          <a:solidFill>
            <a:schemeClr val="accent1">
              <a:alpha val="82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769868865" name="Shape 1069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599" y="40189"/>
                </a:moveTo>
                <a:lnTo>
                  <a:pt x="21599" y="40189"/>
                </a:lnTo>
                <a:cubicBezTo>
                  <a:pt x="4089" y="42530"/>
                  <a:pt x="-4386" y="40077"/>
                  <a:pt x="6918" y="6529"/>
                </a:cubicBezTo>
                <a:lnTo>
                  <a:pt x="6918" y="6529"/>
                </a:lnTo>
                <a:cubicBezTo>
                  <a:pt x="8131" y="2930"/>
                  <a:pt x="8892" y="587"/>
                  <a:pt x="9080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926"/>
                </a:lnTo>
                <a:lnTo>
                  <a:pt x="43200" y="36926"/>
                </a:lnTo>
                <a:cubicBezTo>
                  <a:pt x="42165" y="37107"/>
                  <a:pt x="34070" y="38521"/>
                  <a:pt x="21599" y="40189"/>
                </a:cubicBezTo>
                <a:close/>
              </a:path>
            </a:pathLst>
          </a:custGeom>
          <a:solidFill>
            <a:schemeClr val="accent1">
              <a:alpha val="91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39207381" name="Shape 1070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514" y="40568"/>
                </a:moveTo>
                <a:lnTo>
                  <a:pt x="21514" y="40568"/>
                </a:lnTo>
                <a:cubicBezTo>
                  <a:pt x="3963" y="42915"/>
                  <a:pt x="-4610" y="40484"/>
                  <a:pt x="6823" y="6555"/>
                </a:cubicBezTo>
                <a:lnTo>
                  <a:pt x="6823" y="6555"/>
                </a:lnTo>
                <a:cubicBezTo>
                  <a:pt x="8022" y="2999"/>
                  <a:pt x="8781" y="646"/>
                  <a:pt x="8988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7295"/>
                </a:lnTo>
                <a:lnTo>
                  <a:pt x="43200" y="37295"/>
                </a:lnTo>
                <a:cubicBezTo>
                  <a:pt x="42075" y="37493"/>
                  <a:pt x="33948" y="38905"/>
                  <a:pt x="21514" y="40568"/>
                </a:cubicBez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665554992" name="PlaceHolder 1"/>
          <p:cNvSpPr>
            <a:spLocks noGrp="1"/>
          </p:cNvSpPr>
          <p:nvPr>
            <p:ph type="title"/>
          </p:nvPr>
        </p:nvSpPr>
        <p:spPr bwMode="auto">
          <a:xfrm>
            <a:off x="1187640" y="205920"/>
            <a:ext cx="7498440" cy="8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クリックしてタイトルテキストを編集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5461480" name="PlaceHolder 2"/>
          <p:cNvSpPr>
            <a:spLocks noGrp="1"/>
          </p:cNvSpPr>
          <p:nvPr>
            <p:ph type="body"/>
          </p:nvPr>
        </p:nvSpPr>
        <p:spPr bwMode="auto">
          <a:xfrm>
            <a:off x="1187640" y="1200240"/>
            <a:ext cx="3659040" cy="339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クリックしてアウトラインのテキストを編集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2</a:t>
            </a: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3</a:t>
            </a: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4</a:t>
            </a: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5</a:t>
            </a: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6</a:t>
            </a: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7</a:t>
            </a: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561331" name="PlaceHolder 3"/>
          <p:cNvSpPr>
            <a:spLocks noGrp="1"/>
          </p:cNvSpPr>
          <p:nvPr>
            <p:ph type="body"/>
          </p:nvPr>
        </p:nvSpPr>
        <p:spPr bwMode="auto">
          <a:xfrm>
            <a:off x="5030280" y="1200240"/>
            <a:ext cx="3659040" cy="339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クリックしてアウトラインのテキストを編集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2</a:t>
            </a: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3</a:t>
            </a: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4</a:t>
            </a: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5</a:t>
            </a: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6</a:t>
            </a: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7</a:t>
            </a: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6012727" name="PlaceHolder 4"/>
          <p:cNvSpPr>
            <a:spLocks noGrp="1"/>
          </p:cNvSpPr>
          <p:nvPr>
            <p:ph type="ftr" idx="16"/>
          </p:nvPr>
        </p:nvSpPr>
        <p:spPr bwMode="auto">
          <a:xfrm>
            <a:off x="3844440" y="4767120"/>
            <a:ext cx="26712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Noto Serif CJK JP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Noto Serif CJK JP"/>
              </a:rPr>
              <a:t>&lt;フッター&gt;</a:t>
            </a:r>
            <a:endParaRPr lang="en-US" sz="1400" b="0" strike="noStrike" spc="-1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554189205" name="PlaceHolder 5"/>
          <p:cNvSpPr>
            <a:spLocks noGrp="1"/>
          </p:cNvSpPr>
          <p:nvPr>
            <p:ph type="sldNum" idx="17"/>
          </p:nvPr>
        </p:nvSpPr>
        <p:spPr bwMode="auto">
          <a:xfrm>
            <a:off x="6948360" y="4767120"/>
            <a:ext cx="173772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EB836204-BCA9-4AFA-884F-5E1DFE29BD7B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&lt;番号&gt;</a:t>
            </a:fld>
            <a:endParaRPr lang="en-US" sz="1200" b="0" strike="noStrike" spc="-1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902364517" name="PlaceHolder 6"/>
          <p:cNvSpPr>
            <a:spLocks noGrp="1"/>
          </p:cNvSpPr>
          <p:nvPr>
            <p:ph type="dt" idx="18"/>
          </p:nvPr>
        </p:nvSpPr>
        <p:spPr bwMode="auto">
          <a:xfrm>
            <a:off x="12142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Noto Serif CJK JP"/>
              </a:defRPr>
            </a:lvl1pPr>
          </a:lstStyle>
          <a:p>
            <a:pPr indent="0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Noto Serif CJK JP"/>
              </a:rPr>
              <a:t>&lt;日付/時刻&gt;</a:t>
            </a:r>
            <a:endParaRPr lang="en-US" sz="1400" b="0" strike="noStrike" spc="-1">
              <a:solidFill>
                <a:srgbClr val="000000"/>
              </a:solidFill>
              <a:latin typeface="Noto Serif CJK JP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028883" name="Shape 1058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6343" y="6641"/>
                </a:moveTo>
                <a:lnTo>
                  <a:pt x="6343" y="6641"/>
                </a:lnTo>
                <a:cubicBezTo>
                  <a:pt x="7781" y="2374"/>
                  <a:pt x="8594" y="0"/>
                  <a:pt x="8594" y="0"/>
                </a:cubicBezTo>
                <a:lnTo>
                  <a:pt x="0" y="0"/>
                </a:lnTo>
                <a:lnTo>
                  <a:pt x="0" y="43200"/>
                </a:lnTo>
                <a:lnTo>
                  <a:pt x="43200" y="43200"/>
                </a:lnTo>
                <a:lnTo>
                  <a:pt x="43200" y="37760"/>
                </a:lnTo>
                <a:lnTo>
                  <a:pt x="43200" y="37760"/>
                </a:lnTo>
                <a:cubicBezTo>
                  <a:pt x="43200" y="37760"/>
                  <a:pt x="34824" y="39282"/>
                  <a:pt x="21228" y="41101"/>
                </a:cubicBezTo>
                <a:lnTo>
                  <a:pt x="21228" y="41101"/>
                </a:lnTo>
                <a:cubicBezTo>
                  <a:pt x="3446" y="43478"/>
                  <a:pt x="-5241" y="41016"/>
                  <a:pt x="6343" y="6641"/>
                </a:cubicBez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075889291" name="Shape 1059"/>
          <p:cNvSpPr/>
          <p:nvPr/>
        </p:nvSpPr>
        <p:spPr bwMode="auto"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304452079" name="Shape 1060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2361" y="36777"/>
                </a:moveTo>
                <a:lnTo>
                  <a:pt x="22361" y="36777"/>
                </a:lnTo>
                <a:cubicBezTo>
                  <a:pt x="5219" y="39070"/>
                  <a:pt x="-2372" y="36412"/>
                  <a:pt x="7775" y="6299"/>
                </a:cubicBezTo>
                <a:lnTo>
                  <a:pt x="7775" y="6299"/>
                </a:lnTo>
                <a:cubicBezTo>
                  <a:pt x="9119" y="2311"/>
                  <a:pt x="9892" y="58"/>
                  <a:pt x="9911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3612"/>
                </a:lnTo>
                <a:lnTo>
                  <a:pt x="43200" y="33612"/>
                </a:lnTo>
                <a:cubicBezTo>
                  <a:pt x="43110" y="33630"/>
                  <a:pt x="35168" y="35065"/>
                  <a:pt x="22361" y="36777"/>
                </a:cubicBezTo>
                <a:close/>
              </a:path>
            </a:pathLst>
          </a:custGeom>
          <a:solidFill>
            <a:schemeClr val="accent1">
              <a:alpha val="9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816977909" name="Shape 1061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2276" y="37156"/>
                </a:moveTo>
                <a:lnTo>
                  <a:pt x="22276" y="37156"/>
                </a:lnTo>
                <a:cubicBezTo>
                  <a:pt x="5093" y="39454"/>
                  <a:pt x="-2596" y="36819"/>
                  <a:pt x="7680" y="6325"/>
                </a:cubicBezTo>
                <a:lnTo>
                  <a:pt x="7680" y="6325"/>
                </a:lnTo>
                <a:cubicBezTo>
                  <a:pt x="9010" y="2380"/>
                  <a:pt x="9781" y="117"/>
                  <a:pt x="9819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3980"/>
                </a:lnTo>
                <a:lnTo>
                  <a:pt x="43200" y="33980"/>
                </a:lnTo>
                <a:cubicBezTo>
                  <a:pt x="43020" y="34016"/>
                  <a:pt x="35046" y="35449"/>
                  <a:pt x="22276" y="37156"/>
                </a:cubicBezTo>
                <a:close/>
              </a:path>
            </a:pathLst>
          </a:custGeom>
          <a:solidFill>
            <a:schemeClr val="accent1">
              <a:alpha val="18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852066966" name="Shape 1062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2192" y="37535"/>
                </a:moveTo>
                <a:lnTo>
                  <a:pt x="22192" y="37535"/>
                </a:lnTo>
                <a:cubicBezTo>
                  <a:pt x="4968" y="39839"/>
                  <a:pt x="-2820" y="37226"/>
                  <a:pt x="7585" y="6350"/>
                </a:cubicBezTo>
                <a:lnTo>
                  <a:pt x="7585" y="6350"/>
                </a:lnTo>
                <a:cubicBezTo>
                  <a:pt x="8900" y="2448"/>
                  <a:pt x="9670" y="176"/>
                  <a:pt x="9726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4348"/>
                </a:lnTo>
                <a:lnTo>
                  <a:pt x="43200" y="34348"/>
                </a:lnTo>
                <a:cubicBezTo>
                  <a:pt x="42885" y="34402"/>
                  <a:pt x="34924" y="35833"/>
                  <a:pt x="22192" y="37535"/>
                </a:cubicBezTo>
                <a:close/>
              </a:path>
            </a:pathLst>
          </a:custGeom>
          <a:solidFill>
            <a:schemeClr val="accent1">
              <a:alpha val="26999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230410943" name="Shape 1063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2107" y="37914"/>
                </a:moveTo>
                <a:lnTo>
                  <a:pt x="22107" y="37914"/>
                </a:lnTo>
                <a:cubicBezTo>
                  <a:pt x="4842" y="40223"/>
                  <a:pt x="-3044" y="37634"/>
                  <a:pt x="7490" y="6376"/>
                </a:cubicBezTo>
                <a:lnTo>
                  <a:pt x="7490" y="6376"/>
                </a:lnTo>
                <a:cubicBezTo>
                  <a:pt x="8790" y="2517"/>
                  <a:pt x="9559" y="235"/>
                  <a:pt x="9634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4717"/>
                </a:lnTo>
                <a:lnTo>
                  <a:pt x="43200" y="34717"/>
                </a:lnTo>
                <a:cubicBezTo>
                  <a:pt x="42795" y="34789"/>
                  <a:pt x="34802" y="36217"/>
                  <a:pt x="22107" y="37914"/>
                </a:cubicBezTo>
                <a:close/>
              </a:path>
            </a:pathLst>
          </a:custGeom>
          <a:solidFill>
            <a:schemeClr val="accent1">
              <a:alpha val="36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769143120" name="Shape 1064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2022" y="38293"/>
                </a:moveTo>
                <a:lnTo>
                  <a:pt x="22022" y="38293"/>
                </a:lnTo>
                <a:cubicBezTo>
                  <a:pt x="4717" y="40608"/>
                  <a:pt x="-3267" y="38041"/>
                  <a:pt x="7394" y="6401"/>
                </a:cubicBezTo>
                <a:lnTo>
                  <a:pt x="7394" y="6401"/>
                </a:lnTo>
                <a:cubicBezTo>
                  <a:pt x="8680" y="2586"/>
                  <a:pt x="9448" y="293"/>
                  <a:pt x="9542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085"/>
                </a:lnTo>
                <a:lnTo>
                  <a:pt x="43200" y="35085"/>
                </a:lnTo>
                <a:cubicBezTo>
                  <a:pt x="42705" y="35175"/>
                  <a:pt x="34680" y="36601"/>
                  <a:pt x="22022" y="38293"/>
                </a:cubicBezTo>
                <a:close/>
              </a:path>
            </a:pathLst>
          </a:custGeom>
          <a:solidFill>
            <a:schemeClr val="accent1">
              <a:alpha val="4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476933054" name="Shape 1065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937" y="38673"/>
                </a:moveTo>
                <a:lnTo>
                  <a:pt x="21937" y="38673"/>
                </a:lnTo>
                <a:cubicBezTo>
                  <a:pt x="4591" y="40992"/>
                  <a:pt x="-3491" y="38448"/>
                  <a:pt x="7299" y="6427"/>
                </a:cubicBezTo>
                <a:lnTo>
                  <a:pt x="7299" y="6427"/>
                </a:lnTo>
                <a:cubicBezTo>
                  <a:pt x="8570" y="2655"/>
                  <a:pt x="9336" y="352"/>
                  <a:pt x="9449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453"/>
                </a:lnTo>
                <a:lnTo>
                  <a:pt x="43200" y="35453"/>
                </a:lnTo>
                <a:cubicBezTo>
                  <a:pt x="42570" y="35561"/>
                  <a:pt x="34558" y="36985"/>
                  <a:pt x="21937" y="38673"/>
                </a:cubicBezTo>
                <a:close/>
              </a:path>
            </a:pathLst>
          </a:custGeom>
          <a:solidFill>
            <a:schemeClr val="accent1">
              <a:alpha val="5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496259823" name="Shape 1066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853" y="39052"/>
                </a:moveTo>
                <a:lnTo>
                  <a:pt x="21853" y="39052"/>
                </a:lnTo>
                <a:cubicBezTo>
                  <a:pt x="4466" y="41377"/>
                  <a:pt x="-3715" y="38855"/>
                  <a:pt x="7204" y="6453"/>
                </a:cubicBezTo>
                <a:lnTo>
                  <a:pt x="7204" y="6453"/>
                </a:lnTo>
                <a:cubicBezTo>
                  <a:pt x="8461" y="2724"/>
                  <a:pt x="9225" y="411"/>
                  <a:pt x="9357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822"/>
                </a:lnTo>
                <a:lnTo>
                  <a:pt x="43200" y="35822"/>
                </a:lnTo>
                <a:cubicBezTo>
                  <a:pt x="42480" y="35948"/>
                  <a:pt x="34436" y="37369"/>
                  <a:pt x="21853" y="39052"/>
                </a:cubicBezTo>
                <a:close/>
              </a:path>
            </a:pathLst>
          </a:custGeom>
          <a:solidFill>
            <a:schemeClr val="accent1">
              <a:alpha val="63999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29228648" name="Shape 1067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768" y="39431"/>
                </a:moveTo>
                <a:lnTo>
                  <a:pt x="21768" y="39431"/>
                </a:lnTo>
                <a:cubicBezTo>
                  <a:pt x="4340" y="41761"/>
                  <a:pt x="-3939" y="39262"/>
                  <a:pt x="7109" y="6478"/>
                </a:cubicBezTo>
                <a:lnTo>
                  <a:pt x="7109" y="6478"/>
                </a:lnTo>
                <a:cubicBezTo>
                  <a:pt x="8351" y="2792"/>
                  <a:pt x="9114" y="470"/>
                  <a:pt x="9265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190"/>
                </a:lnTo>
                <a:lnTo>
                  <a:pt x="43200" y="36190"/>
                </a:lnTo>
                <a:cubicBezTo>
                  <a:pt x="42390" y="36334"/>
                  <a:pt x="34314" y="37753"/>
                  <a:pt x="21768" y="39431"/>
                </a:cubicBezTo>
                <a:close/>
              </a:path>
            </a:pathLst>
          </a:custGeom>
          <a:solidFill>
            <a:schemeClr val="accent1">
              <a:alpha val="73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620770816" name="Shape 1068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683" y="39810"/>
                </a:moveTo>
                <a:lnTo>
                  <a:pt x="21683" y="39810"/>
                </a:lnTo>
                <a:cubicBezTo>
                  <a:pt x="4214" y="42146"/>
                  <a:pt x="-4163" y="39669"/>
                  <a:pt x="7014" y="6504"/>
                </a:cubicBezTo>
                <a:lnTo>
                  <a:pt x="7014" y="6504"/>
                </a:lnTo>
                <a:cubicBezTo>
                  <a:pt x="8241" y="2861"/>
                  <a:pt x="9003" y="528"/>
                  <a:pt x="9172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558"/>
                </a:lnTo>
                <a:lnTo>
                  <a:pt x="43200" y="36558"/>
                </a:lnTo>
                <a:cubicBezTo>
                  <a:pt x="42300" y="36720"/>
                  <a:pt x="34192" y="38137"/>
                  <a:pt x="21683" y="39810"/>
                </a:cubicBezTo>
                <a:close/>
              </a:path>
            </a:pathLst>
          </a:custGeom>
          <a:solidFill>
            <a:schemeClr val="accent1">
              <a:alpha val="82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27749303" name="Shape 1069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599" y="40189"/>
                </a:moveTo>
                <a:lnTo>
                  <a:pt x="21599" y="40189"/>
                </a:lnTo>
                <a:cubicBezTo>
                  <a:pt x="4089" y="42530"/>
                  <a:pt x="-4386" y="40077"/>
                  <a:pt x="6918" y="6529"/>
                </a:cubicBezTo>
                <a:lnTo>
                  <a:pt x="6918" y="6529"/>
                </a:lnTo>
                <a:cubicBezTo>
                  <a:pt x="8131" y="2930"/>
                  <a:pt x="8892" y="587"/>
                  <a:pt x="9080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926"/>
                </a:lnTo>
                <a:lnTo>
                  <a:pt x="43200" y="36926"/>
                </a:lnTo>
                <a:cubicBezTo>
                  <a:pt x="42165" y="37107"/>
                  <a:pt x="34070" y="38521"/>
                  <a:pt x="21599" y="40189"/>
                </a:cubicBezTo>
                <a:close/>
              </a:path>
            </a:pathLst>
          </a:custGeom>
          <a:solidFill>
            <a:schemeClr val="accent1">
              <a:alpha val="91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910394017" name="Shape 1070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514" y="40568"/>
                </a:moveTo>
                <a:lnTo>
                  <a:pt x="21514" y="40568"/>
                </a:lnTo>
                <a:cubicBezTo>
                  <a:pt x="3963" y="42915"/>
                  <a:pt x="-4610" y="40484"/>
                  <a:pt x="6823" y="6555"/>
                </a:cubicBezTo>
                <a:lnTo>
                  <a:pt x="6823" y="6555"/>
                </a:lnTo>
                <a:cubicBezTo>
                  <a:pt x="8022" y="2999"/>
                  <a:pt x="8781" y="646"/>
                  <a:pt x="8988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7295"/>
                </a:lnTo>
                <a:lnTo>
                  <a:pt x="43200" y="37295"/>
                </a:lnTo>
                <a:cubicBezTo>
                  <a:pt x="42075" y="37493"/>
                  <a:pt x="33948" y="38905"/>
                  <a:pt x="21514" y="40568"/>
                </a:cubicBez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80823095" name="PlaceHolder 1"/>
          <p:cNvSpPr>
            <a:spLocks noGrp="1"/>
          </p:cNvSpPr>
          <p:nvPr>
            <p:ph type="ftr" idx="19"/>
          </p:nvPr>
        </p:nvSpPr>
        <p:spPr bwMode="auto">
          <a:xfrm>
            <a:off x="3844440" y="4767120"/>
            <a:ext cx="26712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Noto Serif CJK JP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Noto Serif CJK JP"/>
              </a:rPr>
              <a:t>&lt;フッター&gt;</a:t>
            </a:r>
            <a:endParaRPr lang="en-US" sz="1400" b="0" strike="noStrike" spc="-1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154858350" name="PlaceHolder 2"/>
          <p:cNvSpPr>
            <a:spLocks noGrp="1"/>
          </p:cNvSpPr>
          <p:nvPr>
            <p:ph type="sldNum" idx="20"/>
          </p:nvPr>
        </p:nvSpPr>
        <p:spPr bwMode="auto">
          <a:xfrm>
            <a:off x="6948360" y="4767120"/>
            <a:ext cx="173772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12EB7498-1AE3-42DC-AEC5-F82538E05828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&lt;番号&gt;</a:t>
            </a:fld>
            <a:endParaRPr lang="en-US" sz="1200" b="0" strike="noStrike" spc="-1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1391749574" name="PlaceHolder 3"/>
          <p:cNvSpPr>
            <a:spLocks noGrp="1"/>
          </p:cNvSpPr>
          <p:nvPr>
            <p:ph type="dt" idx="21"/>
          </p:nvPr>
        </p:nvSpPr>
        <p:spPr bwMode="auto">
          <a:xfrm>
            <a:off x="12142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Noto Serif CJK JP"/>
              </a:defRPr>
            </a:lvl1pPr>
          </a:lstStyle>
          <a:p>
            <a:pPr indent="0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Noto Serif CJK JP"/>
              </a:rPr>
              <a:t>&lt;日付/時刻&gt;</a:t>
            </a:r>
            <a:endParaRPr lang="en-US" sz="1400" b="0" strike="noStrike" spc="-1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532122655" name="PlaceHolder 4"/>
          <p:cNvSpPr>
            <a:spLocks noGrp="1"/>
          </p:cNvSpPr>
          <p:nvPr>
            <p:ph type="title"/>
          </p:nvPr>
        </p:nvSpPr>
        <p:spPr bwMode="auto"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r>
              <a:rPr lang="ja-JP" sz="4400" b="0" strike="noStrike" spc="-1">
                <a:solidFill>
                  <a:srgbClr val="000000"/>
                </a:solidFill>
                <a:latin typeface="Arial"/>
              </a:rPr>
              <a:t>クリックしてタイトルテキストを編集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3649049" name="PlaceHolder 5"/>
          <p:cNvSpPr>
            <a:spLocks noGrp="1"/>
          </p:cNvSpPr>
          <p:nvPr>
            <p:ph type="body"/>
          </p:nvPr>
        </p:nvSpPr>
        <p:spPr bwMode="auto"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43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ja-JP" sz="3200" b="0" strike="noStrike" spc="-1">
                <a:solidFill>
                  <a:srgbClr val="000000"/>
                </a:solidFill>
                <a:latin typeface="Arial"/>
              </a:rPr>
              <a:t>クリックしてアウトラインのテキストを編集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2</a:t>
            </a:r>
            <a:r>
              <a:rPr lang="ja-JP" sz="28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3</a:t>
            </a:r>
            <a:r>
              <a:rPr lang="ja-JP" sz="24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4</a:t>
            </a:r>
            <a:r>
              <a:rPr lang="ja-JP" sz="20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5</a:t>
            </a:r>
            <a:r>
              <a:rPr lang="ja-JP" sz="20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6</a:t>
            </a:r>
            <a:r>
              <a:rPr lang="ja-JP" sz="20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7</a:t>
            </a:r>
            <a:r>
              <a:rPr lang="ja-JP" sz="20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4136311" name="Shape 1058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6343" y="6641"/>
                </a:moveTo>
                <a:lnTo>
                  <a:pt x="6343" y="6641"/>
                </a:lnTo>
                <a:cubicBezTo>
                  <a:pt x="7781" y="2374"/>
                  <a:pt x="8594" y="0"/>
                  <a:pt x="8594" y="0"/>
                </a:cubicBezTo>
                <a:lnTo>
                  <a:pt x="0" y="0"/>
                </a:lnTo>
                <a:lnTo>
                  <a:pt x="0" y="43200"/>
                </a:lnTo>
                <a:lnTo>
                  <a:pt x="43200" y="43200"/>
                </a:lnTo>
                <a:lnTo>
                  <a:pt x="43200" y="37760"/>
                </a:lnTo>
                <a:lnTo>
                  <a:pt x="43200" y="37760"/>
                </a:lnTo>
                <a:cubicBezTo>
                  <a:pt x="43200" y="37760"/>
                  <a:pt x="34824" y="39282"/>
                  <a:pt x="21228" y="41101"/>
                </a:cubicBezTo>
                <a:lnTo>
                  <a:pt x="21228" y="41101"/>
                </a:lnTo>
                <a:cubicBezTo>
                  <a:pt x="3446" y="43478"/>
                  <a:pt x="-5241" y="41016"/>
                  <a:pt x="6343" y="6641"/>
                </a:cubicBez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418381615" name="Shape 1059"/>
          <p:cNvSpPr/>
          <p:nvPr/>
        </p:nvSpPr>
        <p:spPr bwMode="auto"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448153764" name="Shape 1060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2361" y="36777"/>
                </a:moveTo>
                <a:lnTo>
                  <a:pt x="22361" y="36777"/>
                </a:lnTo>
                <a:cubicBezTo>
                  <a:pt x="5219" y="39070"/>
                  <a:pt x="-2372" y="36412"/>
                  <a:pt x="7775" y="6299"/>
                </a:cubicBezTo>
                <a:lnTo>
                  <a:pt x="7775" y="6299"/>
                </a:lnTo>
                <a:cubicBezTo>
                  <a:pt x="9119" y="2311"/>
                  <a:pt x="9892" y="58"/>
                  <a:pt x="9911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3612"/>
                </a:lnTo>
                <a:lnTo>
                  <a:pt x="43200" y="33612"/>
                </a:lnTo>
                <a:cubicBezTo>
                  <a:pt x="43110" y="33630"/>
                  <a:pt x="35168" y="35065"/>
                  <a:pt x="22361" y="36777"/>
                </a:cubicBezTo>
                <a:close/>
              </a:path>
            </a:pathLst>
          </a:custGeom>
          <a:solidFill>
            <a:schemeClr val="accent1">
              <a:alpha val="9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262177062" name="Shape 1061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2276" y="37156"/>
                </a:moveTo>
                <a:lnTo>
                  <a:pt x="22276" y="37156"/>
                </a:lnTo>
                <a:cubicBezTo>
                  <a:pt x="5093" y="39454"/>
                  <a:pt x="-2596" y="36819"/>
                  <a:pt x="7680" y="6325"/>
                </a:cubicBezTo>
                <a:lnTo>
                  <a:pt x="7680" y="6325"/>
                </a:lnTo>
                <a:cubicBezTo>
                  <a:pt x="9010" y="2380"/>
                  <a:pt x="9781" y="117"/>
                  <a:pt x="9819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3980"/>
                </a:lnTo>
                <a:lnTo>
                  <a:pt x="43200" y="33980"/>
                </a:lnTo>
                <a:cubicBezTo>
                  <a:pt x="43020" y="34016"/>
                  <a:pt x="35046" y="35449"/>
                  <a:pt x="22276" y="37156"/>
                </a:cubicBezTo>
                <a:close/>
              </a:path>
            </a:pathLst>
          </a:custGeom>
          <a:solidFill>
            <a:schemeClr val="accent1">
              <a:alpha val="18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31681751" name="Shape 1062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2192" y="37535"/>
                </a:moveTo>
                <a:lnTo>
                  <a:pt x="22192" y="37535"/>
                </a:lnTo>
                <a:cubicBezTo>
                  <a:pt x="4968" y="39839"/>
                  <a:pt x="-2820" y="37226"/>
                  <a:pt x="7585" y="6350"/>
                </a:cubicBezTo>
                <a:lnTo>
                  <a:pt x="7585" y="6350"/>
                </a:lnTo>
                <a:cubicBezTo>
                  <a:pt x="8900" y="2448"/>
                  <a:pt x="9670" y="176"/>
                  <a:pt x="9726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4348"/>
                </a:lnTo>
                <a:lnTo>
                  <a:pt x="43200" y="34348"/>
                </a:lnTo>
                <a:cubicBezTo>
                  <a:pt x="42885" y="34402"/>
                  <a:pt x="34924" y="35833"/>
                  <a:pt x="22192" y="37535"/>
                </a:cubicBezTo>
                <a:close/>
              </a:path>
            </a:pathLst>
          </a:custGeom>
          <a:solidFill>
            <a:schemeClr val="accent1">
              <a:alpha val="26999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373718764" name="Shape 1063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2107" y="37914"/>
                </a:moveTo>
                <a:lnTo>
                  <a:pt x="22107" y="37914"/>
                </a:lnTo>
                <a:cubicBezTo>
                  <a:pt x="4842" y="40223"/>
                  <a:pt x="-3044" y="37634"/>
                  <a:pt x="7490" y="6376"/>
                </a:cubicBezTo>
                <a:lnTo>
                  <a:pt x="7490" y="6376"/>
                </a:lnTo>
                <a:cubicBezTo>
                  <a:pt x="8790" y="2517"/>
                  <a:pt x="9559" y="235"/>
                  <a:pt x="9634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4717"/>
                </a:lnTo>
                <a:lnTo>
                  <a:pt x="43200" y="34717"/>
                </a:lnTo>
                <a:cubicBezTo>
                  <a:pt x="42795" y="34789"/>
                  <a:pt x="34802" y="36217"/>
                  <a:pt x="22107" y="37914"/>
                </a:cubicBezTo>
                <a:close/>
              </a:path>
            </a:pathLst>
          </a:custGeom>
          <a:solidFill>
            <a:schemeClr val="accent1">
              <a:alpha val="36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11967222" name="Shape 1064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2022" y="38293"/>
                </a:moveTo>
                <a:lnTo>
                  <a:pt x="22022" y="38293"/>
                </a:lnTo>
                <a:cubicBezTo>
                  <a:pt x="4717" y="40608"/>
                  <a:pt x="-3267" y="38041"/>
                  <a:pt x="7394" y="6401"/>
                </a:cubicBezTo>
                <a:lnTo>
                  <a:pt x="7394" y="6401"/>
                </a:lnTo>
                <a:cubicBezTo>
                  <a:pt x="8680" y="2586"/>
                  <a:pt x="9448" y="293"/>
                  <a:pt x="9542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085"/>
                </a:lnTo>
                <a:lnTo>
                  <a:pt x="43200" y="35085"/>
                </a:lnTo>
                <a:cubicBezTo>
                  <a:pt x="42705" y="35175"/>
                  <a:pt x="34680" y="36601"/>
                  <a:pt x="22022" y="38293"/>
                </a:cubicBezTo>
                <a:close/>
              </a:path>
            </a:pathLst>
          </a:custGeom>
          <a:solidFill>
            <a:schemeClr val="accent1">
              <a:alpha val="4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405388623" name="Shape 1065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937" y="38673"/>
                </a:moveTo>
                <a:lnTo>
                  <a:pt x="21937" y="38673"/>
                </a:lnTo>
                <a:cubicBezTo>
                  <a:pt x="4591" y="40992"/>
                  <a:pt x="-3491" y="38448"/>
                  <a:pt x="7299" y="6427"/>
                </a:cubicBezTo>
                <a:lnTo>
                  <a:pt x="7299" y="6427"/>
                </a:lnTo>
                <a:cubicBezTo>
                  <a:pt x="8570" y="2655"/>
                  <a:pt x="9336" y="352"/>
                  <a:pt x="9449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453"/>
                </a:lnTo>
                <a:lnTo>
                  <a:pt x="43200" y="35453"/>
                </a:lnTo>
                <a:cubicBezTo>
                  <a:pt x="42570" y="35561"/>
                  <a:pt x="34558" y="36985"/>
                  <a:pt x="21937" y="38673"/>
                </a:cubicBezTo>
                <a:close/>
              </a:path>
            </a:pathLst>
          </a:custGeom>
          <a:solidFill>
            <a:schemeClr val="accent1">
              <a:alpha val="5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142919800" name="Shape 1066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853" y="39052"/>
                </a:moveTo>
                <a:lnTo>
                  <a:pt x="21853" y="39052"/>
                </a:lnTo>
                <a:cubicBezTo>
                  <a:pt x="4466" y="41377"/>
                  <a:pt x="-3715" y="38855"/>
                  <a:pt x="7204" y="6453"/>
                </a:cubicBezTo>
                <a:lnTo>
                  <a:pt x="7204" y="6453"/>
                </a:lnTo>
                <a:cubicBezTo>
                  <a:pt x="8461" y="2724"/>
                  <a:pt x="9225" y="411"/>
                  <a:pt x="9357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822"/>
                </a:lnTo>
                <a:lnTo>
                  <a:pt x="43200" y="35822"/>
                </a:lnTo>
                <a:cubicBezTo>
                  <a:pt x="42480" y="35948"/>
                  <a:pt x="34436" y="37369"/>
                  <a:pt x="21853" y="39052"/>
                </a:cubicBezTo>
                <a:close/>
              </a:path>
            </a:pathLst>
          </a:custGeom>
          <a:solidFill>
            <a:schemeClr val="accent1">
              <a:alpha val="63999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434719259" name="Shape 1067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768" y="39431"/>
                </a:moveTo>
                <a:lnTo>
                  <a:pt x="21768" y="39431"/>
                </a:lnTo>
                <a:cubicBezTo>
                  <a:pt x="4340" y="41761"/>
                  <a:pt x="-3939" y="39262"/>
                  <a:pt x="7109" y="6478"/>
                </a:cubicBezTo>
                <a:lnTo>
                  <a:pt x="7109" y="6478"/>
                </a:lnTo>
                <a:cubicBezTo>
                  <a:pt x="8351" y="2792"/>
                  <a:pt x="9114" y="470"/>
                  <a:pt x="9265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190"/>
                </a:lnTo>
                <a:lnTo>
                  <a:pt x="43200" y="36190"/>
                </a:lnTo>
                <a:cubicBezTo>
                  <a:pt x="42390" y="36334"/>
                  <a:pt x="34314" y="37753"/>
                  <a:pt x="21768" y="39431"/>
                </a:cubicBezTo>
                <a:close/>
              </a:path>
            </a:pathLst>
          </a:custGeom>
          <a:solidFill>
            <a:schemeClr val="accent1">
              <a:alpha val="73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552831266" name="Shape 1068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683" y="39810"/>
                </a:moveTo>
                <a:lnTo>
                  <a:pt x="21683" y="39810"/>
                </a:lnTo>
                <a:cubicBezTo>
                  <a:pt x="4214" y="42146"/>
                  <a:pt x="-4163" y="39669"/>
                  <a:pt x="7014" y="6504"/>
                </a:cubicBezTo>
                <a:lnTo>
                  <a:pt x="7014" y="6504"/>
                </a:lnTo>
                <a:cubicBezTo>
                  <a:pt x="8241" y="2861"/>
                  <a:pt x="9003" y="528"/>
                  <a:pt x="9172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558"/>
                </a:lnTo>
                <a:lnTo>
                  <a:pt x="43200" y="36558"/>
                </a:lnTo>
                <a:cubicBezTo>
                  <a:pt x="42300" y="36720"/>
                  <a:pt x="34192" y="38137"/>
                  <a:pt x="21683" y="39810"/>
                </a:cubicBezTo>
                <a:close/>
              </a:path>
            </a:pathLst>
          </a:custGeom>
          <a:solidFill>
            <a:schemeClr val="accent1">
              <a:alpha val="82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843878694" name="Shape 1069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599" y="40189"/>
                </a:moveTo>
                <a:lnTo>
                  <a:pt x="21599" y="40189"/>
                </a:lnTo>
                <a:cubicBezTo>
                  <a:pt x="4089" y="42530"/>
                  <a:pt x="-4386" y="40077"/>
                  <a:pt x="6918" y="6529"/>
                </a:cubicBezTo>
                <a:lnTo>
                  <a:pt x="6918" y="6529"/>
                </a:lnTo>
                <a:cubicBezTo>
                  <a:pt x="8131" y="2930"/>
                  <a:pt x="8892" y="587"/>
                  <a:pt x="9080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926"/>
                </a:lnTo>
                <a:lnTo>
                  <a:pt x="43200" y="36926"/>
                </a:lnTo>
                <a:cubicBezTo>
                  <a:pt x="42165" y="37107"/>
                  <a:pt x="34070" y="38521"/>
                  <a:pt x="21599" y="40189"/>
                </a:cubicBezTo>
                <a:close/>
              </a:path>
            </a:pathLst>
          </a:custGeom>
          <a:solidFill>
            <a:schemeClr val="accent1">
              <a:alpha val="91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773291248" name="Shape 1070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514" y="40568"/>
                </a:moveTo>
                <a:lnTo>
                  <a:pt x="21514" y="40568"/>
                </a:lnTo>
                <a:cubicBezTo>
                  <a:pt x="3963" y="42915"/>
                  <a:pt x="-4610" y="40484"/>
                  <a:pt x="6823" y="6555"/>
                </a:cubicBezTo>
                <a:lnTo>
                  <a:pt x="6823" y="6555"/>
                </a:lnTo>
                <a:cubicBezTo>
                  <a:pt x="8022" y="2999"/>
                  <a:pt x="8781" y="646"/>
                  <a:pt x="8988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7295"/>
                </a:lnTo>
                <a:lnTo>
                  <a:pt x="43200" y="37295"/>
                </a:lnTo>
                <a:cubicBezTo>
                  <a:pt x="42075" y="37493"/>
                  <a:pt x="33948" y="38905"/>
                  <a:pt x="21514" y="40568"/>
                </a:cubicBez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343171081" name="PlaceHolder 1"/>
          <p:cNvSpPr>
            <a:spLocks noGrp="1"/>
          </p:cNvSpPr>
          <p:nvPr>
            <p:ph type="title"/>
          </p:nvPr>
        </p:nvSpPr>
        <p:spPr bwMode="auto">
          <a:xfrm>
            <a:off x="1187640" y="205920"/>
            <a:ext cx="7498440" cy="8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クリックしてタイトルテキストを編集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7408223" name="PlaceHolder 2"/>
          <p:cNvSpPr>
            <a:spLocks noGrp="1"/>
          </p:cNvSpPr>
          <p:nvPr>
            <p:ph type="ftr" idx="22"/>
          </p:nvPr>
        </p:nvSpPr>
        <p:spPr bwMode="auto">
          <a:xfrm>
            <a:off x="3844440" y="4767120"/>
            <a:ext cx="26712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Noto Serif CJK JP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Noto Serif CJK JP"/>
              </a:rPr>
              <a:t>&lt;フッター&gt;</a:t>
            </a:r>
            <a:endParaRPr lang="en-US" sz="1400" b="0" strike="noStrike" spc="-1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1019582901" name="PlaceHolder 3"/>
          <p:cNvSpPr>
            <a:spLocks noGrp="1"/>
          </p:cNvSpPr>
          <p:nvPr>
            <p:ph type="sldNum" idx="23"/>
          </p:nvPr>
        </p:nvSpPr>
        <p:spPr bwMode="auto">
          <a:xfrm>
            <a:off x="6948360" y="4767120"/>
            <a:ext cx="173772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3B782EB7-3D9F-43CD-A57C-E130E0CB8676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&lt;番号&gt;</a:t>
            </a:fld>
            <a:endParaRPr lang="en-US" sz="1200" b="0" strike="noStrike" spc="-1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913221571" name="PlaceHolder 4"/>
          <p:cNvSpPr>
            <a:spLocks noGrp="1"/>
          </p:cNvSpPr>
          <p:nvPr>
            <p:ph type="dt" idx="24"/>
          </p:nvPr>
        </p:nvSpPr>
        <p:spPr bwMode="auto">
          <a:xfrm>
            <a:off x="12142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Noto Serif CJK JP"/>
              </a:defRPr>
            </a:lvl1pPr>
          </a:lstStyle>
          <a:p>
            <a:pPr indent="0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Noto Serif CJK JP"/>
              </a:rPr>
              <a:t>&lt;日付/時刻&gt;</a:t>
            </a:r>
            <a:endParaRPr lang="en-US" sz="1400" b="0" strike="noStrike" spc="-1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332388990" name="PlaceHolder 5"/>
          <p:cNvSpPr>
            <a:spLocks noGrp="1"/>
          </p:cNvSpPr>
          <p:nvPr>
            <p:ph type="body"/>
          </p:nvPr>
        </p:nvSpPr>
        <p:spPr bwMode="auto"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43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ja-JP" sz="3200" b="0" strike="noStrike" spc="-1">
                <a:solidFill>
                  <a:srgbClr val="000000"/>
                </a:solidFill>
                <a:latin typeface="Arial"/>
              </a:rPr>
              <a:t>クリックしてアウトラインのテキストを編集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2</a:t>
            </a:r>
            <a:r>
              <a:rPr lang="ja-JP" sz="28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3</a:t>
            </a:r>
            <a:r>
              <a:rPr lang="ja-JP" sz="24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4</a:t>
            </a:r>
            <a:r>
              <a:rPr lang="ja-JP" sz="20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5</a:t>
            </a:r>
            <a:r>
              <a:rPr lang="ja-JP" sz="20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6</a:t>
            </a:r>
            <a:r>
              <a:rPr lang="ja-JP" sz="20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7</a:t>
            </a:r>
            <a:r>
              <a:rPr lang="ja-JP" sz="20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1637107" name="Shape 1058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6343" y="6641"/>
                </a:moveTo>
                <a:lnTo>
                  <a:pt x="6343" y="6641"/>
                </a:lnTo>
                <a:cubicBezTo>
                  <a:pt x="7781" y="2374"/>
                  <a:pt x="8594" y="0"/>
                  <a:pt x="8594" y="0"/>
                </a:cubicBezTo>
                <a:lnTo>
                  <a:pt x="0" y="0"/>
                </a:lnTo>
                <a:lnTo>
                  <a:pt x="0" y="43200"/>
                </a:lnTo>
                <a:lnTo>
                  <a:pt x="43200" y="43200"/>
                </a:lnTo>
                <a:lnTo>
                  <a:pt x="43200" y="37760"/>
                </a:lnTo>
                <a:lnTo>
                  <a:pt x="43200" y="37760"/>
                </a:lnTo>
                <a:cubicBezTo>
                  <a:pt x="43200" y="37760"/>
                  <a:pt x="34824" y="39282"/>
                  <a:pt x="21228" y="41101"/>
                </a:cubicBezTo>
                <a:lnTo>
                  <a:pt x="21228" y="41101"/>
                </a:lnTo>
                <a:cubicBezTo>
                  <a:pt x="3446" y="43478"/>
                  <a:pt x="-5241" y="41016"/>
                  <a:pt x="6343" y="6641"/>
                </a:cubicBez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683543225" name="Shape 1059"/>
          <p:cNvSpPr/>
          <p:nvPr/>
        </p:nvSpPr>
        <p:spPr bwMode="auto"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96514721" name="Shape 1060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2361" y="36777"/>
                </a:moveTo>
                <a:lnTo>
                  <a:pt x="22361" y="36777"/>
                </a:lnTo>
                <a:cubicBezTo>
                  <a:pt x="5219" y="39070"/>
                  <a:pt x="-2372" y="36412"/>
                  <a:pt x="7775" y="6299"/>
                </a:cubicBezTo>
                <a:lnTo>
                  <a:pt x="7775" y="6299"/>
                </a:lnTo>
                <a:cubicBezTo>
                  <a:pt x="9119" y="2311"/>
                  <a:pt x="9892" y="58"/>
                  <a:pt x="9911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3612"/>
                </a:lnTo>
                <a:lnTo>
                  <a:pt x="43200" y="33612"/>
                </a:lnTo>
                <a:cubicBezTo>
                  <a:pt x="43110" y="33630"/>
                  <a:pt x="35168" y="35065"/>
                  <a:pt x="22361" y="36777"/>
                </a:cubicBezTo>
                <a:close/>
              </a:path>
            </a:pathLst>
          </a:custGeom>
          <a:solidFill>
            <a:schemeClr val="accent1">
              <a:alpha val="9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206890244" name="Shape 1061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2276" y="37156"/>
                </a:moveTo>
                <a:lnTo>
                  <a:pt x="22276" y="37156"/>
                </a:lnTo>
                <a:cubicBezTo>
                  <a:pt x="5093" y="39454"/>
                  <a:pt x="-2596" y="36819"/>
                  <a:pt x="7680" y="6325"/>
                </a:cubicBezTo>
                <a:lnTo>
                  <a:pt x="7680" y="6325"/>
                </a:lnTo>
                <a:cubicBezTo>
                  <a:pt x="9010" y="2380"/>
                  <a:pt x="9781" y="117"/>
                  <a:pt x="9819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3980"/>
                </a:lnTo>
                <a:lnTo>
                  <a:pt x="43200" y="33980"/>
                </a:lnTo>
                <a:cubicBezTo>
                  <a:pt x="43020" y="34016"/>
                  <a:pt x="35046" y="35449"/>
                  <a:pt x="22276" y="37156"/>
                </a:cubicBezTo>
                <a:close/>
              </a:path>
            </a:pathLst>
          </a:custGeom>
          <a:solidFill>
            <a:schemeClr val="accent1">
              <a:alpha val="18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684638181" name="Shape 1062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2192" y="37535"/>
                </a:moveTo>
                <a:lnTo>
                  <a:pt x="22192" y="37535"/>
                </a:lnTo>
                <a:cubicBezTo>
                  <a:pt x="4968" y="39839"/>
                  <a:pt x="-2820" y="37226"/>
                  <a:pt x="7585" y="6350"/>
                </a:cubicBezTo>
                <a:lnTo>
                  <a:pt x="7585" y="6350"/>
                </a:lnTo>
                <a:cubicBezTo>
                  <a:pt x="8900" y="2448"/>
                  <a:pt x="9670" y="176"/>
                  <a:pt x="9726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4348"/>
                </a:lnTo>
                <a:lnTo>
                  <a:pt x="43200" y="34348"/>
                </a:lnTo>
                <a:cubicBezTo>
                  <a:pt x="42885" y="34402"/>
                  <a:pt x="34924" y="35833"/>
                  <a:pt x="22192" y="37535"/>
                </a:cubicBezTo>
                <a:close/>
              </a:path>
            </a:pathLst>
          </a:custGeom>
          <a:solidFill>
            <a:schemeClr val="accent1">
              <a:alpha val="26999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50289706" name="Shape 1063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2107" y="37914"/>
                </a:moveTo>
                <a:lnTo>
                  <a:pt x="22107" y="37914"/>
                </a:lnTo>
                <a:cubicBezTo>
                  <a:pt x="4842" y="40223"/>
                  <a:pt x="-3044" y="37634"/>
                  <a:pt x="7490" y="6376"/>
                </a:cubicBezTo>
                <a:lnTo>
                  <a:pt x="7490" y="6376"/>
                </a:lnTo>
                <a:cubicBezTo>
                  <a:pt x="8790" y="2517"/>
                  <a:pt x="9559" y="235"/>
                  <a:pt x="9634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4717"/>
                </a:lnTo>
                <a:lnTo>
                  <a:pt x="43200" y="34717"/>
                </a:lnTo>
                <a:cubicBezTo>
                  <a:pt x="42795" y="34789"/>
                  <a:pt x="34802" y="36217"/>
                  <a:pt x="22107" y="37914"/>
                </a:cubicBezTo>
                <a:close/>
              </a:path>
            </a:pathLst>
          </a:custGeom>
          <a:solidFill>
            <a:schemeClr val="accent1">
              <a:alpha val="36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766283356" name="Shape 1064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2022" y="38293"/>
                </a:moveTo>
                <a:lnTo>
                  <a:pt x="22022" y="38293"/>
                </a:lnTo>
                <a:cubicBezTo>
                  <a:pt x="4717" y="40608"/>
                  <a:pt x="-3267" y="38041"/>
                  <a:pt x="7394" y="6401"/>
                </a:cubicBezTo>
                <a:lnTo>
                  <a:pt x="7394" y="6401"/>
                </a:lnTo>
                <a:cubicBezTo>
                  <a:pt x="8680" y="2586"/>
                  <a:pt x="9448" y="293"/>
                  <a:pt x="9542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085"/>
                </a:lnTo>
                <a:lnTo>
                  <a:pt x="43200" y="35085"/>
                </a:lnTo>
                <a:cubicBezTo>
                  <a:pt x="42705" y="35175"/>
                  <a:pt x="34680" y="36601"/>
                  <a:pt x="22022" y="38293"/>
                </a:cubicBezTo>
                <a:close/>
              </a:path>
            </a:pathLst>
          </a:custGeom>
          <a:solidFill>
            <a:schemeClr val="accent1">
              <a:alpha val="4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351160216" name="Shape 1065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937" y="38673"/>
                </a:moveTo>
                <a:lnTo>
                  <a:pt x="21937" y="38673"/>
                </a:lnTo>
                <a:cubicBezTo>
                  <a:pt x="4591" y="40992"/>
                  <a:pt x="-3491" y="38448"/>
                  <a:pt x="7299" y="6427"/>
                </a:cubicBezTo>
                <a:lnTo>
                  <a:pt x="7299" y="6427"/>
                </a:lnTo>
                <a:cubicBezTo>
                  <a:pt x="8570" y="2655"/>
                  <a:pt x="9336" y="352"/>
                  <a:pt x="9449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453"/>
                </a:lnTo>
                <a:lnTo>
                  <a:pt x="43200" y="35453"/>
                </a:lnTo>
                <a:cubicBezTo>
                  <a:pt x="42570" y="35561"/>
                  <a:pt x="34558" y="36985"/>
                  <a:pt x="21937" y="38673"/>
                </a:cubicBezTo>
                <a:close/>
              </a:path>
            </a:pathLst>
          </a:custGeom>
          <a:solidFill>
            <a:schemeClr val="accent1">
              <a:alpha val="5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387789621" name="Shape 1066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853" y="39052"/>
                </a:moveTo>
                <a:lnTo>
                  <a:pt x="21853" y="39052"/>
                </a:lnTo>
                <a:cubicBezTo>
                  <a:pt x="4466" y="41377"/>
                  <a:pt x="-3715" y="38855"/>
                  <a:pt x="7204" y="6453"/>
                </a:cubicBezTo>
                <a:lnTo>
                  <a:pt x="7204" y="6453"/>
                </a:lnTo>
                <a:cubicBezTo>
                  <a:pt x="8461" y="2724"/>
                  <a:pt x="9225" y="411"/>
                  <a:pt x="9357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822"/>
                </a:lnTo>
                <a:lnTo>
                  <a:pt x="43200" y="35822"/>
                </a:lnTo>
                <a:cubicBezTo>
                  <a:pt x="42480" y="35948"/>
                  <a:pt x="34436" y="37369"/>
                  <a:pt x="21853" y="39052"/>
                </a:cubicBezTo>
                <a:close/>
              </a:path>
            </a:pathLst>
          </a:custGeom>
          <a:solidFill>
            <a:schemeClr val="accent1">
              <a:alpha val="63999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571554486" name="Shape 1067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768" y="39431"/>
                </a:moveTo>
                <a:lnTo>
                  <a:pt x="21768" y="39431"/>
                </a:lnTo>
                <a:cubicBezTo>
                  <a:pt x="4340" y="41761"/>
                  <a:pt x="-3939" y="39262"/>
                  <a:pt x="7109" y="6478"/>
                </a:cubicBezTo>
                <a:lnTo>
                  <a:pt x="7109" y="6478"/>
                </a:lnTo>
                <a:cubicBezTo>
                  <a:pt x="8351" y="2792"/>
                  <a:pt x="9114" y="470"/>
                  <a:pt x="9265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190"/>
                </a:lnTo>
                <a:lnTo>
                  <a:pt x="43200" y="36190"/>
                </a:lnTo>
                <a:cubicBezTo>
                  <a:pt x="42390" y="36334"/>
                  <a:pt x="34314" y="37753"/>
                  <a:pt x="21768" y="39431"/>
                </a:cubicBezTo>
                <a:close/>
              </a:path>
            </a:pathLst>
          </a:custGeom>
          <a:solidFill>
            <a:schemeClr val="accent1">
              <a:alpha val="73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532467496" name="Shape 1068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683" y="39810"/>
                </a:moveTo>
                <a:lnTo>
                  <a:pt x="21683" y="39810"/>
                </a:lnTo>
                <a:cubicBezTo>
                  <a:pt x="4214" y="42146"/>
                  <a:pt x="-4163" y="39669"/>
                  <a:pt x="7014" y="6504"/>
                </a:cubicBezTo>
                <a:lnTo>
                  <a:pt x="7014" y="6504"/>
                </a:lnTo>
                <a:cubicBezTo>
                  <a:pt x="8241" y="2861"/>
                  <a:pt x="9003" y="528"/>
                  <a:pt x="9172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558"/>
                </a:lnTo>
                <a:lnTo>
                  <a:pt x="43200" y="36558"/>
                </a:lnTo>
                <a:cubicBezTo>
                  <a:pt x="42300" y="36720"/>
                  <a:pt x="34192" y="38137"/>
                  <a:pt x="21683" y="39810"/>
                </a:cubicBezTo>
                <a:close/>
              </a:path>
            </a:pathLst>
          </a:custGeom>
          <a:solidFill>
            <a:schemeClr val="accent1">
              <a:alpha val="82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317572204" name="Shape 1069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599" y="40189"/>
                </a:moveTo>
                <a:lnTo>
                  <a:pt x="21599" y="40189"/>
                </a:lnTo>
                <a:cubicBezTo>
                  <a:pt x="4089" y="42530"/>
                  <a:pt x="-4386" y="40077"/>
                  <a:pt x="6918" y="6529"/>
                </a:cubicBezTo>
                <a:lnTo>
                  <a:pt x="6918" y="6529"/>
                </a:lnTo>
                <a:cubicBezTo>
                  <a:pt x="8131" y="2930"/>
                  <a:pt x="8892" y="587"/>
                  <a:pt x="9080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926"/>
                </a:lnTo>
                <a:lnTo>
                  <a:pt x="43200" y="36926"/>
                </a:lnTo>
                <a:cubicBezTo>
                  <a:pt x="42165" y="37107"/>
                  <a:pt x="34070" y="38521"/>
                  <a:pt x="21599" y="40189"/>
                </a:cubicBezTo>
                <a:close/>
              </a:path>
            </a:pathLst>
          </a:custGeom>
          <a:solidFill>
            <a:schemeClr val="accent1">
              <a:alpha val="91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582072403" name="Shape 1070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514" y="40568"/>
                </a:moveTo>
                <a:lnTo>
                  <a:pt x="21514" y="40568"/>
                </a:lnTo>
                <a:cubicBezTo>
                  <a:pt x="3963" y="42915"/>
                  <a:pt x="-4610" y="40484"/>
                  <a:pt x="6823" y="6555"/>
                </a:cubicBezTo>
                <a:lnTo>
                  <a:pt x="6823" y="6555"/>
                </a:lnTo>
                <a:cubicBezTo>
                  <a:pt x="8022" y="2999"/>
                  <a:pt x="8781" y="646"/>
                  <a:pt x="8988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7295"/>
                </a:lnTo>
                <a:lnTo>
                  <a:pt x="43200" y="37295"/>
                </a:lnTo>
                <a:cubicBezTo>
                  <a:pt x="42075" y="37493"/>
                  <a:pt x="33948" y="38905"/>
                  <a:pt x="21514" y="40568"/>
                </a:cubicBez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731311801" name="PlaceHolder 1"/>
          <p:cNvSpPr>
            <a:spLocks noGrp="1"/>
          </p:cNvSpPr>
          <p:nvPr>
            <p:ph type="ftr" idx="25"/>
          </p:nvPr>
        </p:nvSpPr>
        <p:spPr bwMode="auto">
          <a:xfrm>
            <a:off x="3844440" y="4767120"/>
            <a:ext cx="26712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Noto Serif CJK JP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Noto Serif CJK JP"/>
              </a:rPr>
              <a:t>&lt;フッター&gt;</a:t>
            </a:r>
            <a:endParaRPr lang="en-US" sz="1400" b="0" strike="noStrike" spc="-1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1989075968" name="PlaceHolder 2"/>
          <p:cNvSpPr>
            <a:spLocks noGrp="1"/>
          </p:cNvSpPr>
          <p:nvPr>
            <p:ph type="sldNum" idx="26"/>
          </p:nvPr>
        </p:nvSpPr>
        <p:spPr bwMode="auto">
          <a:xfrm>
            <a:off x="6948360" y="4767120"/>
            <a:ext cx="173772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EAC5DF5E-B98C-4CAC-895C-CC7BF96B1FC2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&lt;番号&gt;</a:t>
            </a:fld>
            <a:endParaRPr lang="en-US" sz="1200" b="0" strike="noStrike" spc="-1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1710409955" name="PlaceHolder 3"/>
          <p:cNvSpPr>
            <a:spLocks noGrp="1"/>
          </p:cNvSpPr>
          <p:nvPr>
            <p:ph type="dt" idx="27"/>
          </p:nvPr>
        </p:nvSpPr>
        <p:spPr bwMode="auto">
          <a:xfrm>
            <a:off x="12142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Noto Serif CJK JP"/>
              </a:defRPr>
            </a:lvl1pPr>
          </a:lstStyle>
          <a:p>
            <a:pPr indent="0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Noto Serif CJK JP"/>
              </a:rPr>
              <a:t>&lt;日付/時刻&gt;</a:t>
            </a:r>
            <a:endParaRPr lang="en-US" sz="1400" b="0" strike="noStrike" spc="-1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1714174221" name="PlaceHolder 4"/>
          <p:cNvSpPr>
            <a:spLocks noGrp="1"/>
          </p:cNvSpPr>
          <p:nvPr>
            <p:ph type="title"/>
          </p:nvPr>
        </p:nvSpPr>
        <p:spPr bwMode="auto"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r>
              <a:rPr lang="ja-JP" sz="4400" b="0" strike="noStrike" spc="-1">
                <a:solidFill>
                  <a:srgbClr val="000000"/>
                </a:solidFill>
                <a:latin typeface="Arial"/>
              </a:rPr>
              <a:t>クリックしてタイトルテキストを編集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748112" name="PlaceHolder 5"/>
          <p:cNvSpPr>
            <a:spLocks noGrp="1"/>
          </p:cNvSpPr>
          <p:nvPr>
            <p:ph type="body"/>
          </p:nvPr>
        </p:nvSpPr>
        <p:spPr bwMode="auto"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43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ja-JP" sz="3200" b="0" strike="noStrike" spc="-1">
                <a:solidFill>
                  <a:srgbClr val="000000"/>
                </a:solidFill>
                <a:latin typeface="Arial"/>
              </a:rPr>
              <a:t>クリックしてアウトラインのテキストを編集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2</a:t>
            </a:r>
            <a:r>
              <a:rPr lang="ja-JP" sz="28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3</a:t>
            </a:r>
            <a:r>
              <a:rPr lang="ja-JP" sz="24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4</a:t>
            </a:r>
            <a:r>
              <a:rPr lang="ja-JP" sz="20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5</a:t>
            </a:r>
            <a:r>
              <a:rPr lang="ja-JP" sz="20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6</a:t>
            </a:r>
            <a:r>
              <a:rPr lang="ja-JP" sz="20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7</a:t>
            </a:r>
            <a:r>
              <a:rPr lang="ja-JP" sz="20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7134470" name="Shape 1058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6343" y="6641"/>
                </a:moveTo>
                <a:lnTo>
                  <a:pt x="6343" y="6641"/>
                </a:lnTo>
                <a:cubicBezTo>
                  <a:pt x="7781" y="2374"/>
                  <a:pt x="8594" y="0"/>
                  <a:pt x="8594" y="0"/>
                </a:cubicBezTo>
                <a:lnTo>
                  <a:pt x="0" y="0"/>
                </a:lnTo>
                <a:lnTo>
                  <a:pt x="0" y="43200"/>
                </a:lnTo>
                <a:lnTo>
                  <a:pt x="43200" y="43200"/>
                </a:lnTo>
                <a:lnTo>
                  <a:pt x="43200" y="37760"/>
                </a:lnTo>
                <a:lnTo>
                  <a:pt x="43200" y="37760"/>
                </a:lnTo>
                <a:cubicBezTo>
                  <a:pt x="43200" y="37760"/>
                  <a:pt x="34824" y="39282"/>
                  <a:pt x="21228" y="41101"/>
                </a:cubicBezTo>
                <a:lnTo>
                  <a:pt x="21228" y="41101"/>
                </a:lnTo>
                <a:cubicBezTo>
                  <a:pt x="3446" y="43478"/>
                  <a:pt x="-5241" y="41016"/>
                  <a:pt x="6343" y="6641"/>
                </a:cubicBez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038029318" name="Shape 1059"/>
          <p:cNvSpPr/>
          <p:nvPr/>
        </p:nvSpPr>
        <p:spPr bwMode="auto"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665208591" name="Shape 1060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2361" y="36777"/>
                </a:moveTo>
                <a:lnTo>
                  <a:pt x="22361" y="36777"/>
                </a:lnTo>
                <a:cubicBezTo>
                  <a:pt x="5219" y="39070"/>
                  <a:pt x="-2372" y="36412"/>
                  <a:pt x="7775" y="6299"/>
                </a:cubicBezTo>
                <a:lnTo>
                  <a:pt x="7775" y="6299"/>
                </a:lnTo>
                <a:cubicBezTo>
                  <a:pt x="9119" y="2311"/>
                  <a:pt x="9892" y="58"/>
                  <a:pt x="9911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3612"/>
                </a:lnTo>
                <a:lnTo>
                  <a:pt x="43200" y="33612"/>
                </a:lnTo>
                <a:cubicBezTo>
                  <a:pt x="43110" y="33630"/>
                  <a:pt x="35168" y="35065"/>
                  <a:pt x="22361" y="36777"/>
                </a:cubicBezTo>
                <a:close/>
              </a:path>
            </a:pathLst>
          </a:custGeom>
          <a:solidFill>
            <a:schemeClr val="accent1">
              <a:alpha val="9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902008609" name="Shape 1061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2276" y="37156"/>
                </a:moveTo>
                <a:lnTo>
                  <a:pt x="22276" y="37156"/>
                </a:lnTo>
                <a:cubicBezTo>
                  <a:pt x="5093" y="39454"/>
                  <a:pt x="-2596" y="36819"/>
                  <a:pt x="7680" y="6325"/>
                </a:cubicBezTo>
                <a:lnTo>
                  <a:pt x="7680" y="6325"/>
                </a:lnTo>
                <a:cubicBezTo>
                  <a:pt x="9010" y="2380"/>
                  <a:pt x="9781" y="117"/>
                  <a:pt x="9819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3980"/>
                </a:lnTo>
                <a:lnTo>
                  <a:pt x="43200" y="33980"/>
                </a:lnTo>
                <a:cubicBezTo>
                  <a:pt x="43020" y="34016"/>
                  <a:pt x="35046" y="35449"/>
                  <a:pt x="22276" y="37156"/>
                </a:cubicBezTo>
                <a:close/>
              </a:path>
            </a:pathLst>
          </a:custGeom>
          <a:solidFill>
            <a:schemeClr val="accent1">
              <a:alpha val="18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909424089" name="Shape 1062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2192" y="37535"/>
                </a:moveTo>
                <a:lnTo>
                  <a:pt x="22192" y="37535"/>
                </a:lnTo>
                <a:cubicBezTo>
                  <a:pt x="4968" y="39839"/>
                  <a:pt x="-2820" y="37226"/>
                  <a:pt x="7585" y="6350"/>
                </a:cubicBezTo>
                <a:lnTo>
                  <a:pt x="7585" y="6350"/>
                </a:lnTo>
                <a:cubicBezTo>
                  <a:pt x="8900" y="2448"/>
                  <a:pt x="9670" y="176"/>
                  <a:pt x="9726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4348"/>
                </a:lnTo>
                <a:lnTo>
                  <a:pt x="43200" y="34348"/>
                </a:lnTo>
                <a:cubicBezTo>
                  <a:pt x="42885" y="34402"/>
                  <a:pt x="34924" y="35833"/>
                  <a:pt x="22192" y="37535"/>
                </a:cubicBezTo>
                <a:close/>
              </a:path>
            </a:pathLst>
          </a:custGeom>
          <a:solidFill>
            <a:schemeClr val="accent1">
              <a:alpha val="26999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663887148" name="Shape 1063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2107" y="37914"/>
                </a:moveTo>
                <a:lnTo>
                  <a:pt x="22107" y="37914"/>
                </a:lnTo>
                <a:cubicBezTo>
                  <a:pt x="4842" y="40223"/>
                  <a:pt x="-3044" y="37634"/>
                  <a:pt x="7490" y="6376"/>
                </a:cubicBezTo>
                <a:lnTo>
                  <a:pt x="7490" y="6376"/>
                </a:lnTo>
                <a:cubicBezTo>
                  <a:pt x="8790" y="2517"/>
                  <a:pt x="9559" y="235"/>
                  <a:pt x="9634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4717"/>
                </a:lnTo>
                <a:lnTo>
                  <a:pt x="43200" y="34717"/>
                </a:lnTo>
                <a:cubicBezTo>
                  <a:pt x="42795" y="34789"/>
                  <a:pt x="34802" y="36217"/>
                  <a:pt x="22107" y="37914"/>
                </a:cubicBezTo>
                <a:close/>
              </a:path>
            </a:pathLst>
          </a:custGeom>
          <a:solidFill>
            <a:schemeClr val="accent1">
              <a:alpha val="36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427163436" name="Shape 1064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2022" y="38293"/>
                </a:moveTo>
                <a:lnTo>
                  <a:pt x="22022" y="38293"/>
                </a:lnTo>
                <a:cubicBezTo>
                  <a:pt x="4717" y="40608"/>
                  <a:pt x="-3267" y="38041"/>
                  <a:pt x="7394" y="6401"/>
                </a:cubicBezTo>
                <a:lnTo>
                  <a:pt x="7394" y="6401"/>
                </a:lnTo>
                <a:cubicBezTo>
                  <a:pt x="8680" y="2586"/>
                  <a:pt x="9448" y="293"/>
                  <a:pt x="9542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085"/>
                </a:lnTo>
                <a:lnTo>
                  <a:pt x="43200" y="35085"/>
                </a:lnTo>
                <a:cubicBezTo>
                  <a:pt x="42705" y="35175"/>
                  <a:pt x="34680" y="36601"/>
                  <a:pt x="22022" y="38293"/>
                </a:cubicBezTo>
                <a:close/>
              </a:path>
            </a:pathLst>
          </a:custGeom>
          <a:solidFill>
            <a:schemeClr val="accent1">
              <a:alpha val="4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2009108849" name="Shape 1065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937" y="38673"/>
                </a:moveTo>
                <a:lnTo>
                  <a:pt x="21937" y="38673"/>
                </a:lnTo>
                <a:cubicBezTo>
                  <a:pt x="4591" y="40992"/>
                  <a:pt x="-3491" y="38448"/>
                  <a:pt x="7299" y="6427"/>
                </a:cubicBezTo>
                <a:lnTo>
                  <a:pt x="7299" y="6427"/>
                </a:lnTo>
                <a:cubicBezTo>
                  <a:pt x="8570" y="2655"/>
                  <a:pt x="9336" y="352"/>
                  <a:pt x="9449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453"/>
                </a:lnTo>
                <a:lnTo>
                  <a:pt x="43200" y="35453"/>
                </a:lnTo>
                <a:cubicBezTo>
                  <a:pt x="42570" y="35561"/>
                  <a:pt x="34558" y="36985"/>
                  <a:pt x="21937" y="38673"/>
                </a:cubicBezTo>
                <a:close/>
              </a:path>
            </a:pathLst>
          </a:custGeom>
          <a:solidFill>
            <a:schemeClr val="accent1">
              <a:alpha val="5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285281317" name="Shape 1066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853" y="39052"/>
                </a:moveTo>
                <a:lnTo>
                  <a:pt x="21853" y="39052"/>
                </a:lnTo>
                <a:cubicBezTo>
                  <a:pt x="4466" y="41377"/>
                  <a:pt x="-3715" y="38855"/>
                  <a:pt x="7204" y="6453"/>
                </a:cubicBezTo>
                <a:lnTo>
                  <a:pt x="7204" y="6453"/>
                </a:lnTo>
                <a:cubicBezTo>
                  <a:pt x="8461" y="2724"/>
                  <a:pt x="9225" y="411"/>
                  <a:pt x="9357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822"/>
                </a:lnTo>
                <a:lnTo>
                  <a:pt x="43200" y="35822"/>
                </a:lnTo>
                <a:cubicBezTo>
                  <a:pt x="42480" y="35948"/>
                  <a:pt x="34436" y="37369"/>
                  <a:pt x="21853" y="39052"/>
                </a:cubicBezTo>
                <a:close/>
              </a:path>
            </a:pathLst>
          </a:custGeom>
          <a:solidFill>
            <a:schemeClr val="accent1">
              <a:alpha val="63999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995096250" name="Shape 1067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768" y="39431"/>
                </a:moveTo>
                <a:lnTo>
                  <a:pt x="21768" y="39431"/>
                </a:lnTo>
                <a:cubicBezTo>
                  <a:pt x="4340" y="41761"/>
                  <a:pt x="-3939" y="39262"/>
                  <a:pt x="7109" y="6478"/>
                </a:cubicBezTo>
                <a:lnTo>
                  <a:pt x="7109" y="6478"/>
                </a:lnTo>
                <a:cubicBezTo>
                  <a:pt x="8351" y="2792"/>
                  <a:pt x="9114" y="470"/>
                  <a:pt x="9265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190"/>
                </a:lnTo>
                <a:lnTo>
                  <a:pt x="43200" y="36190"/>
                </a:lnTo>
                <a:cubicBezTo>
                  <a:pt x="42390" y="36334"/>
                  <a:pt x="34314" y="37753"/>
                  <a:pt x="21768" y="39431"/>
                </a:cubicBezTo>
                <a:close/>
              </a:path>
            </a:pathLst>
          </a:custGeom>
          <a:solidFill>
            <a:schemeClr val="accent1">
              <a:alpha val="73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413678410" name="Shape 1068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683" y="39810"/>
                </a:moveTo>
                <a:lnTo>
                  <a:pt x="21683" y="39810"/>
                </a:lnTo>
                <a:cubicBezTo>
                  <a:pt x="4214" y="42146"/>
                  <a:pt x="-4163" y="39669"/>
                  <a:pt x="7014" y="6504"/>
                </a:cubicBezTo>
                <a:lnTo>
                  <a:pt x="7014" y="6504"/>
                </a:lnTo>
                <a:cubicBezTo>
                  <a:pt x="8241" y="2861"/>
                  <a:pt x="9003" y="528"/>
                  <a:pt x="9172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558"/>
                </a:lnTo>
                <a:lnTo>
                  <a:pt x="43200" y="36558"/>
                </a:lnTo>
                <a:cubicBezTo>
                  <a:pt x="42300" y="36720"/>
                  <a:pt x="34192" y="38137"/>
                  <a:pt x="21683" y="39810"/>
                </a:cubicBezTo>
                <a:close/>
              </a:path>
            </a:pathLst>
          </a:custGeom>
          <a:solidFill>
            <a:schemeClr val="accent1">
              <a:alpha val="82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575736109" name="Shape 1069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599" y="40189"/>
                </a:moveTo>
                <a:lnTo>
                  <a:pt x="21599" y="40189"/>
                </a:lnTo>
                <a:cubicBezTo>
                  <a:pt x="4089" y="42530"/>
                  <a:pt x="-4386" y="40077"/>
                  <a:pt x="6918" y="6529"/>
                </a:cubicBezTo>
                <a:lnTo>
                  <a:pt x="6918" y="6529"/>
                </a:lnTo>
                <a:cubicBezTo>
                  <a:pt x="8131" y="2930"/>
                  <a:pt x="8892" y="587"/>
                  <a:pt x="9080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926"/>
                </a:lnTo>
                <a:lnTo>
                  <a:pt x="43200" y="36926"/>
                </a:lnTo>
                <a:cubicBezTo>
                  <a:pt x="42165" y="37107"/>
                  <a:pt x="34070" y="38521"/>
                  <a:pt x="21599" y="40189"/>
                </a:cubicBezTo>
                <a:close/>
              </a:path>
            </a:pathLst>
          </a:custGeom>
          <a:solidFill>
            <a:schemeClr val="accent1">
              <a:alpha val="91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385195343" name="Shape 1070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514" y="40568"/>
                </a:moveTo>
                <a:lnTo>
                  <a:pt x="21514" y="40568"/>
                </a:lnTo>
                <a:cubicBezTo>
                  <a:pt x="3963" y="42915"/>
                  <a:pt x="-4610" y="40484"/>
                  <a:pt x="6823" y="6555"/>
                </a:cubicBezTo>
                <a:lnTo>
                  <a:pt x="6823" y="6555"/>
                </a:lnTo>
                <a:cubicBezTo>
                  <a:pt x="8022" y="2999"/>
                  <a:pt x="8781" y="646"/>
                  <a:pt x="8988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7295"/>
                </a:lnTo>
                <a:lnTo>
                  <a:pt x="43200" y="37295"/>
                </a:lnTo>
                <a:cubicBezTo>
                  <a:pt x="42075" y="37493"/>
                  <a:pt x="33948" y="38905"/>
                  <a:pt x="21514" y="40568"/>
                </a:cubicBez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506144266" name="PlaceHolder 1"/>
          <p:cNvSpPr>
            <a:spLocks noGrp="1"/>
          </p:cNvSpPr>
          <p:nvPr>
            <p:ph type="ftr" idx="28"/>
          </p:nvPr>
        </p:nvSpPr>
        <p:spPr bwMode="auto">
          <a:xfrm>
            <a:off x="3844440" y="4767120"/>
            <a:ext cx="26712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Noto Serif CJK JP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Noto Serif CJK JP"/>
              </a:rPr>
              <a:t>&lt;フッター&gt;</a:t>
            </a:r>
            <a:endParaRPr lang="en-US" sz="1400" b="0" strike="noStrike" spc="-1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503020578" name="PlaceHolder 2"/>
          <p:cNvSpPr>
            <a:spLocks noGrp="1"/>
          </p:cNvSpPr>
          <p:nvPr>
            <p:ph type="sldNum" idx="29"/>
          </p:nvPr>
        </p:nvSpPr>
        <p:spPr bwMode="auto">
          <a:xfrm>
            <a:off x="6948360" y="4767120"/>
            <a:ext cx="173772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325B7F7C-6154-42E8-B69D-8C12E7FB9C2B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&lt;番号&gt;</a:t>
            </a:fld>
            <a:endParaRPr lang="en-US" sz="1200" b="0" strike="noStrike" spc="-1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535663397" name="PlaceHolder 3"/>
          <p:cNvSpPr>
            <a:spLocks noGrp="1"/>
          </p:cNvSpPr>
          <p:nvPr>
            <p:ph type="dt" idx="30"/>
          </p:nvPr>
        </p:nvSpPr>
        <p:spPr bwMode="auto">
          <a:xfrm>
            <a:off x="12142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Noto Serif CJK JP"/>
              </a:defRPr>
            </a:lvl1pPr>
          </a:lstStyle>
          <a:p>
            <a:pPr indent="0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Noto Serif CJK JP"/>
              </a:rPr>
              <a:t>&lt;日付/時刻&gt;</a:t>
            </a:r>
            <a:endParaRPr lang="en-US" sz="1400" b="0" strike="noStrike" spc="-1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1521103428" name="PlaceHolder 4"/>
          <p:cNvSpPr>
            <a:spLocks noGrp="1"/>
          </p:cNvSpPr>
          <p:nvPr>
            <p:ph type="title"/>
          </p:nvPr>
        </p:nvSpPr>
        <p:spPr bwMode="auto"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r>
              <a:rPr lang="ja-JP" sz="4400" b="0" strike="noStrike" spc="-1">
                <a:solidFill>
                  <a:srgbClr val="000000"/>
                </a:solidFill>
                <a:latin typeface="Arial"/>
              </a:rPr>
              <a:t>クリックしてタイトルテキストを編集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6522131" name="PlaceHolder 5"/>
          <p:cNvSpPr>
            <a:spLocks noGrp="1"/>
          </p:cNvSpPr>
          <p:nvPr>
            <p:ph type="body"/>
          </p:nvPr>
        </p:nvSpPr>
        <p:spPr bwMode="auto"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43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ja-JP" sz="3200" b="0" strike="noStrike" spc="-1">
                <a:solidFill>
                  <a:srgbClr val="000000"/>
                </a:solidFill>
                <a:latin typeface="Arial"/>
              </a:rPr>
              <a:t>クリックしてアウトラインのテキストを編集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2</a:t>
            </a:r>
            <a:r>
              <a:rPr lang="ja-JP" sz="28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3</a:t>
            </a:r>
            <a:r>
              <a:rPr lang="ja-JP" sz="24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4</a:t>
            </a:r>
            <a:r>
              <a:rPr lang="ja-JP" sz="20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5</a:t>
            </a:r>
            <a:r>
              <a:rPr lang="ja-JP" sz="20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6</a:t>
            </a:r>
            <a:r>
              <a:rPr lang="ja-JP" sz="20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7</a:t>
            </a:r>
            <a:r>
              <a:rPr lang="ja-JP" sz="20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6405302" name="Shape 1058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6343" y="6641"/>
                </a:moveTo>
                <a:lnTo>
                  <a:pt x="6343" y="6641"/>
                </a:lnTo>
                <a:cubicBezTo>
                  <a:pt x="7781" y="2374"/>
                  <a:pt x="8594" y="0"/>
                  <a:pt x="8594" y="0"/>
                </a:cubicBezTo>
                <a:lnTo>
                  <a:pt x="0" y="0"/>
                </a:lnTo>
                <a:lnTo>
                  <a:pt x="0" y="43200"/>
                </a:lnTo>
                <a:lnTo>
                  <a:pt x="43200" y="43200"/>
                </a:lnTo>
                <a:lnTo>
                  <a:pt x="43200" y="37760"/>
                </a:lnTo>
                <a:lnTo>
                  <a:pt x="43200" y="37760"/>
                </a:lnTo>
                <a:cubicBezTo>
                  <a:pt x="43200" y="37760"/>
                  <a:pt x="34824" y="39282"/>
                  <a:pt x="21228" y="41101"/>
                </a:cubicBezTo>
                <a:lnTo>
                  <a:pt x="21228" y="41101"/>
                </a:lnTo>
                <a:cubicBezTo>
                  <a:pt x="3446" y="43478"/>
                  <a:pt x="-5241" y="41016"/>
                  <a:pt x="6343" y="6641"/>
                </a:cubicBez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430125661" name="Shape 1059"/>
          <p:cNvSpPr/>
          <p:nvPr/>
        </p:nvSpPr>
        <p:spPr bwMode="auto"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389567772" name="Shape 1060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2361" y="36777"/>
                </a:moveTo>
                <a:lnTo>
                  <a:pt x="22361" y="36777"/>
                </a:lnTo>
                <a:cubicBezTo>
                  <a:pt x="5219" y="39070"/>
                  <a:pt x="-2372" y="36412"/>
                  <a:pt x="7775" y="6299"/>
                </a:cubicBezTo>
                <a:lnTo>
                  <a:pt x="7775" y="6299"/>
                </a:lnTo>
                <a:cubicBezTo>
                  <a:pt x="9119" y="2311"/>
                  <a:pt x="9892" y="58"/>
                  <a:pt x="9911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3612"/>
                </a:lnTo>
                <a:lnTo>
                  <a:pt x="43200" y="33612"/>
                </a:lnTo>
                <a:cubicBezTo>
                  <a:pt x="43110" y="33630"/>
                  <a:pt x="35168" y="35065"/>
                  <a:pt x="22361" y="36777"/>
                </a:cubicBezTo>
                <a:close/>
              </a:path>
            </a:pathLst>
          </a:custGeom>
          <a:solidFill>
            <a:schemeClr val="accent1">
              <a:alpha val="9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74210058" name="Shape 1061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2276" y="37156"/>
                </a:moveTo>
                <a:lnTo>
                  <a:pt x="22276" y="37156"/>
                </a:lnTo>
                <a:cubicBezTo>
                  <a:pt x="5093" y="39454"/>
                  <a:pt x="-2596" y="36819"/>
                  <a:pt x="7680" y="6325"/>
                </a:cubicBezTo>
                <a:lnTo>
                  <a:pt x="7680" y="6325"/>
                </a:lnTo>
                <a:cubicBezTo>
                  <a:pt x="9010" y="2380"/>
                  <a:pt x="9781" y="117"/>
                  <a:pt x="9819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3980"/>
                </a:lnTo>
                <a:lnTo>
                  <a:pt x="43200" y="33980"/>
                </a:lnTo>
                <a:cubicBezTo>
                  <a:pt x="43020" y="34016"/>
                  <a:pt x="35046" y="35449"/>
                  <a:pt x="22276" y="37156"/>
                </a:cubicBezTo>
                <a:close/>
              </a:path>
            </a:pathLst>
          </a:custGeom>
          <a:solidFill>
            <a:schemeClr val="accent1">
              <a:alpha val="18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46235669" name="Shape 1062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2192" y="37535"/>
                </a:moveTo>
                <a:lnTo>
                  <a:pt x="22192" y="37535"/>
                </a:lnTo>
                <a:cubicBezTo>
                  <a:pt x="4968" y="39839"/>
                  <a:pt x="-2820" y="37226"/>
                  <a:pt x="7585" y="6350"/>
                </a:cubicBezTo>
                <a:lnTo>
                  <a:pt x="7585" y="6350"/>
                </a:lnTo>
                <a:cubicBezTo>
                  <a:pt x="8900" y="2448"/>
                  <a:pt x="9670" y="176"/>
                  <a:pt x="9726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4348"/>
                </a:lnTo>
                <a:lnTo>
                  <a:pt x="43200" y="34348"/>
                </a:lnTo>
                <a:cubicBezTo>
                  <a:pt x="42885" y="34402"/>
                  <a:pt x="34924" y="35833"/>
                  <a:pt x="22192" y="37535"/>
                </a:cubicBezTo>
                <a:close/>
              </a:path>
            </a:pathLst>
          </a:custGeom>
          <a:solidFill>
            <a:schemeClr val="accent1">
              <a:alpha val="26999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493194941" name="Shape 1063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2107" y="37914"/>
                </a:moveTo>
                <a:lnTo>
                  <a:pt x="22107" y="37914"/>
                </a:lnTo>
                <a:cubicBezTo>
                  <a:pt x="4842" y="40223"/>
                  <a:pt x="-3044" y="37634"/>
                  <a:pt x="7490" y="6376"/>
                </a:cubicBezTo>
                <a:lnTo>
                  <a:pt x="7490" y="6376"/>
                </a:lnTo>
                <a:cubicBezTo>
                  <a:pt x="8790" y="2517"/>
                  <a:pt x="9559" y="235"/>
                  <a:pt x="9634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4717"/>
                </a:lnTo>
                <a:lnTo>
                  <a:pt x="43200" y="34717"/>
                </a:lnTo>
                <a:cubicBezTo>
                  <a:pt x="42795" y="34789"/>
                  <a:pt x="34802" y="36217"/>
                  <a:pt x="22107" y="37914"/>
                </a:cubicBezTo>
                <a:close/>
              </a:path>
            </a:pathLst>
          </a:custGeom>
          <a:solidFill>
            <a:schemeClr val="accent1">
              <a:alpha val="36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636526942" name="Shape 1064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2022" y="38293"/>
                </a:moveTo>
                <a:lnTo>
                  <a:pt x="22022" y="38293"/>
                </a:lnTo>
                <a:cubicBezTo>
                  <a:pt x="4717" y="40608"/>
                  <a:pt x="-3267" y="38041"/>
                  <a:pt x="7394" y="6401"/>
                </a:cubicBezTo>
                <a:lnTo>
                  <a:pt x="7394" y="6401"/>
                </a:lnTo>
                <a:cubicBezTo>
                  <a:pt x="8680" y="2586"/>
                  <a:pt x="9448" y="293"/>
                  <a:pt x="9542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085"/>
                </a:lnTo>
                <a:lnTo>
                  <a:pt x="43200" y="35085"/>
                </a:lnTo>
                <a:cubicBezTo>
                  <a:pt x="42705" y="35175"/>
                  <a:pt x="34680" y="36601"/>
                  <a:pt x="22022" y="38293"/>
                </a:cubicBezTo>
                <a:close/>
              </a:path>
            </a:pathLst>
          </a:custGeom>
          <a:solidFill>
            <a:schemeClr val="accent1">
              <a:alpha val="4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463439929" name="Shape 1065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937" y="38673"/>
                </a:moveTo>
                <a:lnTo>
                  <a:pt x="21937" y="38673"/>
                </a:lnTo>
                <a:cubicBezTo>
                  <a:pt x="4591" y="40992"/>
                  <a:pt x="-3491" y="38448"/>
                  <a:pt x="7299" y="6427"/>
                </a:cubicBezTo>
                <a:lnTo>
                  <a:pt x="7299" y="6427"/>
                </a:lnTo>
                <a:cubicBezTo>
                  <a:pt x="8570" y="2655"/>
                  <a:pt x="9336" y="352"/>
                  <a:pt x="9449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453"/>
                </a:lnTo>
                <a:lnTo>
                  <a:pt x="43200" y="35453"/>
                </a:lnTo>
                <a:cubicBezTo>
                  <a:pt x="42570" y="35561"/>
                  <a:pt x="34558" y="36985"/>
                  <a:pt x="21937" y="38673"/>
                </a:cubicBezTo>
                <a:close/>
              </a:path>
            </a:pathLst>
          </a:custGeom>
          <a:solidFill>
            <a:schemeClr val="accent1">
              <a:alpha val="5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602024057" name="Shape 1066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853" y="39052"/>
                </a:moveTo>
                <a:lnTo>
                  <a:pt x="21853" y="39052"/>
                </a:lnTo>
                <a:cubicBezTo>
                  <a:pt x="4466" y="41377"/>
                  <a:pt x="-3715" y="38855"/>
                  <a:pt x="7204" y="6453"/>
                </a:cubicBezTo>
                <a:lnTo>
                  <a:pt x="7204" y="6453"/>
                </a:lnTo>
                <a:cubicBezTo>
                  <a:pt x="8461" y="2724"/>
                  <a:pt x="9225" y="411"/>
                  <a:pt x="9357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822"/>
                </a:lnTo>
                <a:lnTo>
                  <a:pt x="43200" y="35822"/>
                </a:lnTo>
                <a:cubicBezTo>
                  <a:pt x="42480" y="35948"/>
                  <a:pt x="34436" y="37369"/>
                  <a:pt x="21853" y="39052"/>
                </a:cubicBezTo>
                <a:close/>
              </a:path>
            </a:pathLst>
          </a:custGeom>
          <a:solidFill>
            <a:schemeClr val="accent1">
              <a:alpha val="63999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388213743" name="Shape 1067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768" y="39431"/>
                </a:moveTo>
                <a:lnTo>
                  <a:pt x="21768" y="39431"/>
                </a:lnTo>
                <a:cubicBezTo>
                  <a:pt x="4340" y="41761"/>
                  <a:pt x="-3939" y="39262"/>
                  <a:pt x="7109" y="6478"/>
                </a:cubicBezTo>
                <a:lnTo>
                  <a:pt x="7109" y="6478"/>
                </a:lnTo>
                <a:cubicBezTo>
                  <a:pt x="8351" y="2792"/>
                  <a:pt x="9114" y="470"/>
                  <a:pt x="9265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190"/>
                </a:lnTo>
                <a:lnTo>
                  <a:pt x="43200" y="36190"/>
                </a:lnTo>
                <a:cubicBezTo>
                  <a:pt x="42390" y="36334"/>
                  <a:pt x="34314" y="37753"/>
                  <a:pt x="21768" y="39431"/>
                </a:cubicBezTo>
                <a:close/>
              </a:path>
            </a:pathLst>
          </a:custGeom>
          <a:solidFill>
            <a:schemeClr val="accent1">
              <a:alpha val="73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81467195" name="Shape 1068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683" y="39810"/>
                </a:moveTo>
                <a:lnTo>
                  <a:pt x="21683" y="39810"/>
                </a:lnTo>
                <a:cubicBezTo>
                  <a:pt x="4214" y="42146"/>
                  <a:pt x="-4163" y="39669"/>
                  <a:pt x="7014" y="6504"/>
                </a:cubicBezTo>
                <a:lnTo>
                  <a:pt x="7014" y="6504"/>
                </a:lnTo>
                <a:cubicBezTo>
                  <a:pt x="8241" y="2861"/>
                  <a:pt x="9003" y="528"/>
                  <a:pt x="9172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558"/>
                </a:lnTo>
                <a:lnTo>
                  <a:pt x="43200" y="36558"/>
                </a:lnTo>
                <a:cubicBezTo>
                  <a:pt x="42300" y="36720"/>
                  <a:pt x="34192" y="38137"/>
                  <a:pt x="21683" y="39810"/>
                </a:cubicBezTo>
                <a:close/>
              </a:path>
            </a:pathLst>
          </a:custGeom>
          <a:solidFill>
            <a:schemeClr val="accent1">
              <a:alpha val="82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627906205" name="Shape 1069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599" y="40189"/>
                </a:moveTo>
                <a:lnTo>
                  <a:pt x="21599" y="40189"/>
                </a:lnTo>
                <a:cubicBezTo>
                  <a:pt x="4089" y="42530"/>
                  <a:pt x="-4386" y="40077"/>
                  <a:pt x="6918" y="6529"/>
                </a:cubicBezTo>
                <a:lnTo>
                  <a:pt x="6918" y="6529"/>
                </a:lnTo>
                <a:cubicBezTo>
                  <a:pt x="8131" y="2930"/>
                  <a:pt x="8892" y="587"/>
                  <a:pt x="9080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926"/>
                </a:lnTo>
                <a:lnTo>
                  <a:pt x="43200" y="36926"/>
                </a:lnTo>
                <a:cubicBezTo>
                  <a:pt x="42165" y="37107"/>
                  <a:pt x="34070" y="38521"/>
                  <a:pt x="21599" y="40189"/>
                </a:cubicBezTo>
                <a:close/>
              </a:path>
            </a:pathLst>
          </a:custGeom>
          <a:solidFill>
            <a:schemeClr val="accent1">
              <a:alpha val="91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736373223" name="Shape 1070"/>
          <p:cNvSpPr/>
          <p:nvPr/>
        </p:nvSpPr>
        <p:spPr bwMode="auto"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43200" h="43200" fill="norm" stroke="0" extrusionOk="0">
                <a:moveTo>
                  <a:pt x="21514" y="40568"/>
                </a:moveTo>
                <a:lnTo>
                  <a:pt x="21514" y="40568"/>
                </a:lnTo>
                <a:cubicBezTo>
                  <a:pt x="3963" y="42915"/>
                  <a:pt x="-4610" y="40484"/>
                  <a:pt x="6823" y="6555"/>
                </a:cubicBezTo>
                <a:lnTo>
                  <a:pt x="6823" y="6555"/>
                </a:lnTo>
                <a:cubicBezTo>
                  <a:pt x="8022" y="2999"/>
                  <a:pt x="8781" y="646"/>
                  <a:pt x="8988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7295"/>
                </a:lnTo>
                <a:lnTo>
                  <a:pt x="43200" y="37295"/>
                </a:lnTo>
                <a:cubicBezTo>
                  <a:pt x="42075" y="37493"/>
                  <a:pt x="33948" y="38905"/>
                  <a:pt x="21514" y="40568"/>
                </a:cubicBez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762361226" name="PlaceHolder 1"/>
          <p:cNvSpPr>
            <a:spLocks noGrp="1"/>
          </p:cNvSpPr>
          <p:nvPr>
            <p:ph type="ftr" idx="31"/>
          </p:nvPr>
        </p:nvSpPr>
        <p:spPr bwMode="auto">
          <a:xfrm>
            <a:off x="3844440" y="4767120"/>
            <a:ext cx="26712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Noto Serif CJK JP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Noto Serif CJK JP"/>
              </a:rPr>
              <a:t>&lt;フッター&gt;</a:t>
            </a:r>
            <a:endParaRPr lang="en-US" sz="1400" b="0" strike="noStrike" spc="-1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1081544367" name="PlaceHolder 2"/>
          <p:cNvSpPr>
            <a:spLocks noGrp="1"/>
          </p:cNvSpPr>
          <p:nvPr>
            <p:ph type="sldNum" idx="32"/>
          </p:nvPr>
        </p:nvSpPr>
        <p:spPr bwMode="auto">
          <a:xfrm>
            <a:off x="6948360" y="4767120"/>
            <a:ext cx="173772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FD39FE1D-2A6E-475C-BF74-4D1446C7AAFB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&lt;番号&gt;</a:t>
            </a:fld>
            <a:endParaRPr lang="en-US" sz="1200" b="0" strike="noStrike" spc="-1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191179325" name="PlaceHolder 3"/>
          <p:cNvSpPr>
            <a:spLocks noGrp="1"/>
          </p:cNvSpPr>
          <p:nvPr>
            <p:ph type="dt" idx="33"/>
          </p:nvPr>
        </p:nvSpPr>
        <p:spPr bwMode="auto">
          <a:xfrm>
            <a:off x="12142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Noto Serif CJK JP"/>
              </a:defRPr>
            </a:lvl1pPr>
          </a:lstStyle>
          <a:p>
            <a:pPr indent="0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Noto Serif CJK JP"/>
              </a:rPr>
              <a:t>&lt;日付/時刻&gt;</a:t>
            </a:r>
            <a:endParaRPr lang="en-US" sz="1400" b="0" strike="noStrike" spc="-1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1108245687" name="PlaceHolder 4"/>
          <p:cNvSpPr>
            <a:spLocks noGrp="1"/>
          </p:cNvSpPr>
          <p:nvPr>
            <p:ph type="title"/>
          </p:nvPr>
        </p:nvSpPr>
        <p:spPr bwMode="auto"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r>
              <a:rPr lang="ja-JP" sz="4400" b="0" strike="noStrike" spc="-1">
                <a:solidFill>
                  <a:srgbClr val="000000"/>
                </a:solidFill>
                <a:latin typeface="Arial"/>
              </a:rPr>
              <a:t>クリックしてタイトルテキストを編集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231031" name="PlaceHolder 5"/>
          <p:cNvSpPr>
            <a:spLocks noGrp="1"/>
          </p:cNvSpPr>
          <p:nvPr>
            <p:ph type="body"/>
          </p:nvPr>
        </p:nvSpPr>
        <p:spPr bwMode="auto"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43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ja-JP" sz="3200" b="0" strike="noStrike" spc="-1">
                <a:solidFill>
                  <a:srgbClr val="000000"/>
                </a:solidFill>
                <a:latin typeface="Arial"/>
              </a:rPr>
              <a:t>クリックしてアウトラインのテキストを編集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2</a:t>
            </a:r>
            <a:r>
              <a:rPr lang="ja-JP" sz="28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3</a:t>
            </a:r>
            <a:r>
              <a:rPr lang="ja-JP" sz="24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4</a:t>
            </a:r>
            <a:r>
              <a:rPr lang="ja-JP" sz="20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5</a:t>
            </a:r>
            <a:r>
              <a:rPr lang="ja-JP" sz="20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6</a:t>
            </a:r>
            <a:r>
              <a:rPr lang="ja-JP" sz="20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7</a:t>
            </a:r>
            <a:r>
              <a:rPr lang="ja-JP" sz="20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microsoft.com/office/2007/relationships/media" Target="../media/media1.wav"/><Relationship Id="rId6" Type="http://schemas.openxmlformats.org/officeDocument/2006/relationships/audio" Target="../media/media1.wav" /><Relationship Id="rId7" Type="http://schemas.openxmlformats.org/officeDocument/2006/relationships/image" Target="../media/image4.png"/><Relationship Id="rId8" Type="http://schemas.microsoft.com/office/2007/relationships/media" Target="../media/media2.wav"/><Relationship Id="rId9" Type="http://schemas.openxmlformats.org/officeDocument/2006/relationships/audio" Target="../media/media2.wav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microsoft.com/office/2007/relationships/media" Target="../media/media3.wav"/><Relationship Id="rId6" Type="http://schemas.openxmlformats.org/officeDocument/2006/relationships/audio" Target="../media/media3.wav" /><Relationship Id="rId7" Type="http://schemas.openxmlformats.org/officeDocument/2006/relationships/image" Target="../media/image7.png"/><Relationship Id="rId8" Type="http://schemas.microsoft.com/office/2007/relationships/media" Target="../media/media4.wav"/><Relationship Id="rId9" Type="http://schemas.openxmlformats.org/officeDocument/2006/relationships/audio" Target="../media/media4.wav" /><Relationship Id="rId10" Type="http://schemas.openxmlformats.org/officeDocument/2006/relationships/image" Target="../media/image8.png"/><Relationship Id="rId11" Type="http://schemas.microsoft.com/office/2007/relationships/media" Target="../media/media5.wav"/><Relationship Id="rId12" Type="http://schemas.openxmlformats.org/officeDocument/2006/relationships/audio" Target="../media/media5.wav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microsoft.com/office/2007/relationships/media" Target="../media/media6.wav"/><Relationship Id="rId6" Type="http://schemas.openxmlformats.org/officeDocument/2006/relationships/audio" Target="../media/media6.wav" /><Relationship Id="rId7" Type="http://schemas.openxmlformats.org/officeDocument/2006/relationships/image" Target="../media/image10.png"/><Relationship Id="rId8" Type="http://schemas.microsoft.com/office/2007/relationships/media" Target="../media/media7.wav"/><Relationship Id="rId9" Type="http://schemas.openxmlformats.org/officeDocument/2006/relationships/audio" Target="../media/media7.wav" /><Relationship Id="rId10" Type="http://schemas.openxmlformats.org/officeDocument/2006/relationships/image" Target="../media/image11.png"/><Relationship Id="rId11" Type="http://schemas.microsoft.com/office/2007/relationships/media" Target="../media/media8.wav"/><Relationship Id="rId12" Type="http://schemas.openxmlformats.org/officeDocument/2006/relationships/audio" Target="../media/media8.wav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microsoft.com/office/2007/relationships/media" Target="../media/media9.wav"/><Relationship Id="rId6" Type="http://schemas.openxmlformats.org/officeDocument/2006/relationships/audio" Target="../media/media9.wav" /><Relationship Id="rId7" Type="http://schemas.openxmlformats.org/officeDocument/2006/relationships/image" Target="../media/image14.png"/><Relationship Id="rId8" Type="http://schemas.microsoft.com/office/2007/relationships/media" Target="../media/media10.wav"/><Relationship Id="rId9" Type="http://schemas.openxmlformats.org/officeDocument/2006/relationships/audio" Target="../media/media10.wav" /><Relationship Id="rId10" Type="http://schemas.openxmlformats.org/officeDocument/2006/relationships/image" Target="../media/image15.png"/><Relationship Id="rId11" Type="http://schemas.microsoft.com/office/2007/relationships/media" Target="../media/media11.wav"/><Relationship Id="rId12" Type="http://schemas.openxmlformats.org/officeDocument/2006/relationships/audio" Target="../media/media11.wav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microsoft.com/office/2007/relationships/media" Target="../media/media12.wav"/><Relationship Id="rId5" Type="http://schemas.openxmlformats.org/officeDocument/2006/relationships/audio" Target="../media/media12.wav" /><Relationship Id="rId6" Type="http://schemas.openxmlformats.org/officeDocument/2006/relationships/image" Target="../media/image17.png"/><Relationship Id="rId7" Type="http://schemas.microsoft.com/office/2007/relationships/media" Target="../media/media13.wav"/><Relationship Id="rId8" Type="http://schemas.openxmlformats.org/officeDocument/2006/relationships/audio" Target="../media/media13.wav" /><Relationship Id="rId9" Type="http://schemas.openxmlformats.org/officeDocument/2006/relationships/image" Target="../media/image18.png"/><Relationship Id="rId10" Type="http://schemas.microsoft.com/office/2007/relationships/media" Target="../media/media14.wav"/><Relationship Id="rId11" Type="http://schemas.openxmlformats.org/officeDocument/2006/relationships/audio" Target="../media/media14.wav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microsoft.com/office/2007/relationships/media" Target="../media/media15.wav"/><Relationship Id="rId5" Type="http://schemas.openxmlformats.org/officeDocument/2006/relationships/audio" Target="../media/media15.wav" /><Relationship Id="rId6" Type="http://schemas.openxmlformats.org/officeDocument/2006/relationships/image" Target="../media/image20.png"/><Relationship Id="rId7" Type="http://schemas.microsoft.com/office/2007/relationships/media" Target="../media/media16.wav"/><Relationship Id="rId8" Type="http://schemas.openxmlformats.org/officeDocument/2006/relationships/audio" Target="../media/media16.wav" /><Relationship Id="rId9" Type="http://schemas.openxmlformats.org/officeDocument/2006/relationships/image" Target="../media/image21.png"/><Relationship Id="rId10" Type="http://schemas.microsoft.com/office/2007/relationships/media" Target="../media/media17.wav"/><Relationship Id="rId11" Type="http://schemas.openxmlformats.org/officeDocument/2006/relationships/audio" Target="../media/media17.wav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microsoft.com/office/2007/relationships/media" Target="../media/media18.wav"/><Relationship Id="rId6" Type="http://schemas.openxmlformats.org/officeDocument/2006/relationships/audio" Target="../media/media18.wav" /><Relationship Id="rId7" Type="http://schemas.openxmlformats.org/officeDocument/2006/relationships/image" Target="../media/image24.png"/><Relationship Id="rId8" Type="http://schemas.microsoft.com/office/2007/relationships/media" Target="../media/media19.wav"/><Relationship Id="rId9" Type="http://schemas.openxmlformats.org/officeDocument/2006/relationships/audio" Target="../media/media19.wav" /><Relationship Id="rId10" Type="http://schemas.openxmlformats.org/officeDocument/2006/relationships/image" Target="../media/image25.png"/><Relationship Id="rId11" Type="http://schemas.microsoft.com/office/2007/relationships/media" Target="../media/media20.wav"/><Relationship Id="rId12" Type="http://schemas.openxmlformats.org/officeDocument/2006/relationships/audio" Target="../media/media20.wav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bg>
      <p:bgPr shadeToTitle="0">
        <a:blipFill rotWithShape="0">
          <a:blip r:embed="rId3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893072" name="PlaceHolder 1"/>
          <p:cNvSpPr>
            <a:spLocks noGrp="1"/>
          </p:cNvSpPr>
          <p:nvPr>
            <p:ph type="title"/>
          </p:nvPr>
        </p:nvSpPr>
        <p:spPr bwMode="auto">
          <a:xfrm>
            <a:off x="722160" y="3305160"/>
            <a:ext cx="7771680" cy="102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ja-JP" sz="4000" b="1" strike="noStrike" cap="all" spc="-1">
                <a:solidFill>
                  <a:srgbClr val="FFFFFF"/>
                </a:solidFill>
                <a:latin typeface="Arial"/>
                <a:ea typeface="Arial"/>
              </a:rPr>
              <a:t>第</a:t>
            </a:r>
            <a:r>
              <a:rPr lang="en-US" sz="4000" b="1" strike="noStrike" cap="all" spc="-1">
                <a:solidFill>
                  <a:srgbClr val="FFFFFF"/>
                </a:solidFill>
                <a:latin typeface="Arial"/>
                <a:ea typeface="Arial"/>
              </a:rPr>
              <a:t>1</a:t>
            </a:r>
            <a:r>
              <a:rPr lang="ja-JP" sz="4000" b="1" strike="noStrike" cap="all" spc="-1">
                <a:solidFill>
                  <a:srgbClr val="FFFFFF"/>
                </a:solidFill>
                <a:latin typeface="Arial"/>
                <a:ea typeface="Arial"/>
              </a:rPr>
              <a:t>章「エウロパ・ハック」</a:t>
            </a:r>
            <a:endParaRPr lang="en-US" sz="40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bg>
      <p:bgPr shadeToTitle="0">
        <a:blipFill rotWithShape="0">
          <a:blip r:embed="rId3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2217583" name="PlaceHolder 1"/>
          <p:cNvSpPr>
            <a:spLocks noGrp="1"/>
          </p:cNvSpPr>
          <p:nvPr>
            <p:ph type="title"/>
          </p:nvPr>
        </p:nvSpPr>
        <p:spPr bwMode="auto">
          <a:xfrm>
            <a:off x="1187640" y="205920"/>
            <a:ext cx="7498440" cy="85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ja-JP" sz="4400" b="1" strike="noStrike" spc="-1">
                <a:solidFill>
                  <a:schemeClr val="dk1"/>
                </a:solidFill>
                <a:latin typeface="Arial"/>
                <a:ea typeface="Arial"/>
              </a:rPr>
              <a:t>【表紙】</a:t>
            </a:r>
            <a:endParaRPr lang="en-US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7332112" name="PlaceHolder 2"/>
          <p:cNvSpPr>
            <a:spLocks noGrp="1"/>
          </p:cNvSpPr>
          <p:nvPr>
            <p:ph/>
          </p:nvPr>
        </p:nvSpPr>
        <p:spPr bwMode="auto">
          <a:xfrm>
            <a:off x="1187640" y="1200240"/>
            <a:ext cx="7498440" cy="3393720"/>
          </a:xfrm>
          <a:prstGeom prst="rect">
            <a:avLst/>
          </a:prstGeom>
          <a:noFill/>
          <a:ln w="0"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ja-JP" sz="3200" b="0" strike="noStrike" spc="-1">
                <a:solidFill>
                  <a:srgbClr val="FFFFFF"/>
                </a:solidFill>
                <a:latin typeface="Arial"/>
                <a:ea typeface="Arial"/>
              </a:rPr>
              <a:t>タイトル</a:t>
            </a:r>
            <a:r>
              <a:rPr lang="en-US" sz="3200" b="0" strike="noStrike" spc="-1">
                <a:solidFill>
                  <a:srgbClr val="FFFFFF"/>
                </a:solidFill>
                <a:latin typeface="Arial"/>
                <a:ea typeface="Arial"/>
              </a:rPr>
              <a:t>: Interstellar Hack Vol.2 — </a:t>
            </a:r>
            <a:r>
              <a:rPr lang="ja-JP" sz="3200" b="0" strike="noStrike" spc="-1">
                <a:solidFill>
                  <a:srgbClr val="FFFFFF"/>
                </a:solidFill>
                <a:latin typeface="IPAゴシック"/>
                <a:ea typeface="IPAゴシック"/>
              </a:rPr>
              <a:t>第</a:t>
            </a:r>
            <a:r>
              <a:rPr lang="en-US" sz="3200" b="0" strike="noStrike" spc="-1">
                <a:solidFill>
                  <a:srgbClr val="FFFFFF"/>
                </a:solidFill>
                <a:latin typeface="IPAゴシック"/>
                <a:ea typeface="IPAゴシック"/>
              </a:rPr>
              <a:t>1</a:t>
            </a:r>
            <a:r>
              <a:rPr lang="ja-JP" sz="3200" b="0" strike="noStrike" spc="-1">
                <a:solidFill>
                  <a:srgbClr val="FFFFFF"/>
                </a:solidFill>
                <a:latin typeface="IPAゴシック"/>
                <a:ea typeface="IPAゴシック"/>
              </a:rPr>
              <a:t>章</a:t>
            </a:r>
            <a:r>
              <a:rPr lang="ja-JP" sz="3200" b="0" strike="noStrike" spc="-1">
                <a:solidFill>
                  <a:srgbClr val="FFFFFF"/>
                </a:solidFill>
                <a:latin typeface="Arial"/>
                <a:ea typeface="Arial"/>
              </a:rPr>
              <a:t>：エウロ</a:t>
            </a:r>
            <a:r>
              <a:rPr lang="ja-JP" sz="3200" b="0" strike="noStrike" spc="-1">
                <a:solidFill>
                  <a:srgbClr val="FFFFFF"/>
                </a:solidFill>
                <a:latin typeface="Arial"/>
                <a:ea typeface="Arial"/>
              </a:rPr>
              <a:t>パ・ハック</a:t>
            </a:r>
            <a:endParaRPr lang="en-US" sz="32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ja-JP" sz="3200" b="0" strike="noStrike" spc="-1">
                <a:solidFill>
                  <a:srgbClr val="FFFFFF"/>
                </a:solidFill>
                <a:latin typeface="Arial"/>
                <a:ea typeface="Arial"/>
              </a:rPr>
              <a:t>サブタイトル</a:t>
            </a:r>
            <a:r>
              <a:rPr lang="en-US" sz="3200" b="0" strike="noStrike" spc="-1">
                <a:solidFill>
                  <a:srgbClr val="FFFFFF"/>
                </a:solidFill>
                <a:latin typeface="Arial"/>
                <a:ea typeface="Arial"/>
              </a:rPr>
              <a:t>: </a:t>
            </a:r>
            <a:r>
              <a:rPr lang="ja-JP" sz="3200" b="0" strike="noStrike" spc="-1">
                <a:solidFill>
                  <a:srgbClr val="FFFFFF"/>
                </a:solidFill>
                <a:latin typeface="Arial"/>
                <a:ea typeface="Arial"/>
              </a:rPr>
              <a:t>銀河文明（タイプ</a:t>
            </a:r>
            <a:r>
              <a:rPr lang="en-US" sz="3200" b="0" strike="noStrike" spc="-1">
                <a:solidFill>
                  <a:srgbClr val="FFFFFF"/>
                </a:solidFill>
                <a:latin typeface="Arial"/>
                <a:ea typeface="Arial"/>
              </a:rPr>
              <a:t>II</a:t>
            </a:r>
            <a:r>
              <a:rPr lang="ja-JP" sz="3200" b="0" strike="noStrike" spc="-1">
                <a:solidFill>
                  <a:srgbClr val="FFFFFF"/>
                </a:solidFill>
                <a:latin typeface="Arial"/>
                <a:ea typeface="Arial"/>
              </a:rPr>
              <a:t>）への生産基盤</a:t>
            </a:r>
            <a:r>
              <a:rPr lang="ja-JP" sz="3200" b="0" strike="noStrike" spc="-1">
                <a:solidFill>
                  <a:srgbClr val="FFFFFF"/>
                </a:solidFill>
                <a:latin typeface="Arial"/>
                <a:ea typeface="Arial"/>
              </a:rPr>
              <a:t>構築</a:t>
            </a:r>
            <a:endParaRPr lang="en-US" sz="32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ja-JP" sz="3200" b="0" strike="noStrike" spc="-1">
                <a:solidFill>
                  <a:srgbClr val="FFFFFF"/>
                </a:solidFill>
                <a:latin typeface="Arial"/>
                <a:ea typeface="Arial"/>
              </a:rPr>
              <a:t>ビジュアル指示</a:t>
            </a:r>
            <a:r>
              <a:rPr lang="en-US" sz="3200" b="0" strike="noStrike" spc="-1">
                <a:solidFill>
                  <a:srgbClr val="FFFFFF"/>
                </a:solidFill>
                <a:latin typeface="Arial"/>
                <a:ea typeface="Arial"/>
              </a:rPr>
              <a:t>: </a:t>
            </a:r>
            <a:r>
              <a:rPr lang="ja-JP" sz="3200" b="0" strike="noStrike" spc="-1">
                <a:solidFill>
                  <a:srgbClr val="FFFFFF"/>
                </a:solidFill>
                <a:latin typeface="Arial"/>
                <a:ea typeface="Arial"/>
              </a:rPr>
              <a:t>木星の傍らに浮かぶ氷の衛星エウ</a:t>
            </a:r>
            <a:r>
              <a:rPr lang="ja-JP" sz="3200" b="0" strike="noStrike" spc="-1">
                <a:solidFill>
                  <a:srgbClr val="FFFFFF"/>
                </a:solidFill>
                <a:latin typeface="Arial"/>
                <a:ea typeface="Arial"/>
              </a:rPr>
              <a:t>ロパ。その表面を貫き地下へ伸びる光のライン。</a:t>
            </a:r>
            <a:endParaRPr lang="en-US" sz="32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76645102" name="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 rotWithShape="1">
          <a:blip r:embed="rId4"/>
          <a:stretch/>
        </p:blipFill>
        <p:spPr bwMode="auto">
          <a:xfrm>
            <a:off x="3161567" y="723989"/>
            <a:ext cx="476249" cy="476249"/>
          </a:xfrm>
          <a:prstGeom prst="rect">
            <a:avLst/>
          </a:prstGeom>
        </p:spPr>
      </p:pic>
      <p:pic>
        <p:nvPicPr>
          <p:cNvPr id="280176884" name="">
            <a:hlinkClick r:id="" action="ppaction://media"/>
          </p:cNvPr>
          <p:cNvPicPr>
            <a:picLocks noChangeAspect="1"/>
          </p:cNvPicPr>
          <p:nvPr>
            <a:audi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 rotWithShape="1">
          <a:blip r:embed="rId7"/>
          <a:stretch/>
        </p:blipFill>
        <p:spPr bwMode="auto">
          <a:xfrm>
            <a:off x="6663836" y="723989"/>
            <a:ext cx="476249" cy="476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bg>
      <p:bgPr shadeToTitle="0">
        <a:blipFill rotWithShape="0">
          <a:blip r:embed="rId3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5955610" name="PlaceHolder 1"/>
          <p:cNvSpPr>
            <a:spLocks noGrp="1"/>
          </p:cNvSpPr>
          <p:nvPr>
            <p:ph type="title"/>
          </p:nvPr>
        </p:nvSpPr>
        <p:spPr bwMode="auto">
          <a:xfrm>
            <a:off x="180000" y="205920"/>
            <a:ext cx="8506080" cy="69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ja-JP" sz="3600" b="1" strike="noStrike" spc="-1">
                <a:solidFill>
                  <a:srgbClr val="FFFFFF"/>
                </a:solidFill>
                <a:latin typeface="Arial"/>
              </a:rPr>
              <a:t>【心臓部 — 水星ダイソン環（</a:t>
            </a:r>
            <a:r>
              <a:rPr lang="en-US" sz="3600" b="1" strike="noStrike" spc="-1">
                <a:solidFill>
                  <a:srgbClr val="FFFFFF"/>
                </a:solidFill>
                <a:latin typeface="Arial"/>
              </a:rPr>
              <a:t>MDR</a:t>
            </a:r>
            <a:r>
              <a:rPr lang="ja-JP" sz="3600" b="1" strike="noStrike" spc="-1">
                <a:solidFill>
                  <a:srgbClr val="FFFFFF"/>
                </a:solidFill>
                <a:latin typeface="Arial"/>
              </a:rPr>
              <a:t>）】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2441492" name="PlaceHolder 2"/>
          <p:cNvSpPr>
            <a:spLocks noGrp="1"/>
          </p:cNvSpPr>
          <p:nvPr>
            <p:ph/>
          </p:nvPr>
        </p:nvSpPr>
        <p:spPr bwMode="auto">
          <a:xfrm>
            <a:off x="1187640" y="1200240"/>
            <a:ext cx="7498440" cy="3393720"/>
          </a:xfrm>
          <a:prstGeom prst="rect">
            <a:avLst/>
          </a:prstGeom>
          <a:noFill/>
          <a:ln w="0"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ja-JP" sz="3200" b="0" strike="noStrike" spc="-1">
                <a:solidFill>
                  <a:srgbClr val="81D41A"/>
                </a:solidFill>
                <a:latin typeface="IPAゴシック"/>
                <a:ea typeface="IPAゴシック"/>
              </a:rPr>
              <a:t>タイトル</a:t>
            </a:r>
            <a:r>
              <a:rPr lang="en-US" sz="3200" b="0" strike="noStrike" spc="-1">
                <a:solidFill>
                  <a:srgbClr val="81D41A"/>
                </a:solidFill>
                <a:latin typeface="IPAゴシック"/>
                <a:ea typeface="IPAゴシック"/>
              </a:rPr>
              <a:t>: 1,200TW</a:t>
            </a:r>
            <a:r>
              <a:rPr lang="ja-JP" sz="3200" b="0" strike="noStrike" spc="-1">
                <a:solidFill>
                  <a:srgbClr val="81D41A"/>
                </a:solidFill>
                <a:latin typeface="IPAゴシック"/>
                <a:ea typeface="IPAゴシック"/>
              </a:rPr>
              <a:t>の供給系（課題 </a:t>
            </a:r>
            <a:r>
              <a:rPr lang="en-US" sz="3200" b="0" strike="noStrike" spc="-1">
                <a:solidFill>
                  <a:srgbClr val="81D41A"/>
                </a:solidFill>
                <a:latin typeface="IPAゴシック"/>
                <a:ea typeface="IPAゴシック"/>
              </a:rPr>
              <a:t>#1003</a:t>
            </a:r>
            <a:r>
              <a:rPr lang="ja-JP" sz="3200" b="0" strike="noStrike" spc="-1">
                <a:solidFill>
                  <a:srgbClr val="81D41A"/>
                </a:solidFill>
                <a:latin typeface="IPAゴシック"/>
                <a:ea typeface="IPAゴシック"/>
              </a:rPr>
              <a:t>）</a:t>
            </a:r>
            <a:endParaRPr lang="en-US" sz="32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ja-JP" sz="3200" b="0" strike="noStrike" spc="-1">
                <a:solidFill>
                  <a:srgbClr val="81D41A"/>
                </a:solidFill>
                <a:latin typeface="IPAゴシック"/>
                <a:ea typeface="IPAゴシック"/>
              </a:rPr>
              <a:t>ボディコピー</a:t>
            </a:r>
            <a:r>
              <a:rPr lang="en-US" sz="3200" b="0" strike="noStrike" spc="-1">
                <a:solidFill>
                  <a:srgbClr val="81D41A"/>
                </a:solidFill>
                <a:latin typeface="IPAゴシック"/>
                <a:ea typeface="IPAゴシック"/>
              </a:rPr>
              <a:t>:</a:t>
            </a:r>
            <a:endParaRPr lang="en-US" sz="32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ja-JP" sz="3200" b="0" strike="noStrike" spc="-1">
                <a:solidFill>
                  <a:srgbClr val="81D41A"/>
                </a:solidFill>
                <a:latin typeface="IPAゴシック"/>
                <a:ea typeface="IPAゴシック"/>
              </a:rPr>
              <a:t>水星を解体・再構築し、</a:t>
            </a:r>
            <a:r>
              <a:rPr lang="en-US" sz="3200" b="0" strike="noStrike" spc="-1">
                <a:solidFill>
                  <a:srgbClr val="81D41A"/>
                </a:solidFill>
                <a:latin typeface="IPAゴシック"/>
                <a:ea typeface="IPAゴシック"/>
              </a:rPr>
              <a:t>12TW</a:t>
            </a:r>
            <a:r>
              <a:rPr lang="ja-JP" sz="3200" b="0" strike="noStrike" spc="-1">
                <a:solidFill>
                  <a:srgbClr val="81D41A"/>
                </a:solidFill>
                <a:latin typeface="IPAゴシック"/>
                <a:ea typeface="IPAゴシック"/>
              </a:rPr>
              <a:t>から</a:t>
            </a:r>
            <a:r>
              <a:rPr lang="en-US" sz="3200" b="0" strike="noStrike" spc="-1">
                <a:solidFill>
                  <a:srgbClr val="81D41A"/>
                </a:solidFill>
                <a:latin typeface="IPAゴシック"/>
                <a:ea typeface="IPAゴシック"/>
              </a:rPr>
              <a:t>1,200TW</a:t>
            </a:r>
            <a:r>
              <a:rPr lang="ja-JP" sz="3200" b="0" strike="noStrike" spc="-1">
                <a:solidFill>
                  <a:srgbClr val="81D41A"/>
                </a:solidFill>
                <a:latin typeface="IPAゴシック"/>
                <a:ea typeface="IPAゴシック"/>
              </a:rPr>
              <a:t>へ自己複製拡張 。</a:t>
            </a:r>
            <a:endParaRPr lang="en-US" sz="32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ja-JP" sz="3200" b="0" strike="noStrike" spc="-1">
                <a:solidFill>
                  <a:srgbClr val="81D41A"/>
                </a:solidFill>
                <a:latin typeface="IPAゴシック"/>
                <a:ea typeface="IPAゴシック"/>
              </a:rPr>
              <a:t>用途：光速の</a:t>
            </a:r>
            <a:r>
              <a:rPr lang="en-US" sz="3200" b="0" strike="noStrike" spc="-1">
                <a:solidFill>
                  <a:srgbClr val="81D41A"/>
                </a:solidFill>
                <a:latin typeface="IPAゴシック"/>
                <a:ea typeface="IPAゴシック"/>
              </a:rPr>
              <a:t>20%</a:t>
            </a:r>
            <a:r>
              <a:rPr lang="ja-JP" sz="3200" b="0" strike="noStrike" spc="-1">
                <a:solidFill>
                  <a:srgbClr val="81D41A"/>
                </a:solidFill>
                <a:latin typeface="IPAゴシック"/>
                <a:ea typeface="IPAゴシック"/>
              </a:rPr>
              <a:t>（</a:t>
            </a:r>
            <a:r>
              <a:rPr lang="en-US" sz="3200" b="0" strike="noStrike" spc="-1">
                <a:solidFill>
                  <a:srgbClr val="81D41A"/>
                </a:solidFill>
                <a:latin typeface="IPAゴシック"/>
                <a:ea typeface="IPAゴシック"/>
              </a:rPr>
              <a:t>0.2c</a:t>
            </a:r>
            <a:r>
              <a:rPr lang="ja-JP" sz="3200" b="0" strike="noStrike" spc="-1">
                <a:solidFill>
                  <a:srgbClr val="81D41A"/>
                </a:solidFill>
                <a:latin typeface="IPAゴシック"/>
                <a:ea typeface="IPAゴシック"/>
              </a:rPr>
              <a:t>）を実現するレーザー推進エネルギー。</a:t>
            </a:r>
            <a:endParaRPr lang="en-US" sz="32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ja-JP" sz="3200" b="0" strike="noStrike" spc="-1">
                <a:solidFill>
                  <a:srgbClr val="81D41A"/>
                </a:solidFill>
                <a:latin typeface="IPAゴシック"/>
                <a:ea typeface="IPAゴシック"/>
              </a:rPr>
              <a:t>用途：木星圏での</a:t>
            </a:r>
            <a:r>
              <a:rPr lang="en-US" sz="3200" b="0" strike="noStrike" spc="-1">
                <a:solidFill>
                  <a:srgbClr val="81D41A"/>
                </a:solidFill>
                <a:latin typeface="IPAゴシック"/>
                <a:ea typeface="IPAゴシック"/>
              </a:rPr>
              <a:t>2.5G</a:t>
            </a:r>
            <a:r>
              <a:rPr lang="ja-JP" sz="3200" b="0" strike="noStrike" spc="-1">
                <a:solidFill>
                  <a:srgbClr val="81D41A"/>
                </a:solidFill>
                <a:latin typeface="IPAゴシック"/>
                <a:ea typeface="IPAゴシック"/>
              </a:rPr>
              <a:t>下ホバリング動力（</a:t>
            </a:r>
            <a:r>
              <a:rPr lang="en-US" sz="3200" b="0" strike="noStrike" spc="-1">
                <a:solidFill>
                  <a:srgbClr val="81D41A"/>
                </a:solidFill>
                <a:latin typeface="IPAゴシック"/>
                <a:ea typeface="IPAゴシック"/>
              </a:rPr>
              <a:t>#1012</a:t>
            </a:r>
            <a:r>
              <a:rPr lang="ja-JP" sz="3200" b="0" strike="noStrike" spc="-1">
                <a:solidFill>
                  <a:srgbClr val="81D41A"/>
                </a:solidFill>
                <a:latin typeface="IPAゴシック"/>
                <a:ea typeface="IPAゴシック"/>
              </a:rPr>
              <a:t>）。</a:t>
            </a:r>
            <a:endParaRPr lang="en-US" sz="32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67229445" name="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 rotWithShape="1">
          <a:blip r:embed="rId4"/>
          <a:stretch/>
        </p:blipFill>
        <p:spPr bwMode="auto">
          <a:xfrm>
            <a:off x="470363" y="1295506"/>
            <a:ext cx="476249" cy="476249"/>
          </a:xfrm>
          <a:prstGeom prst="rect">
            <a:avLst/>
          </a:prstGeom>
        </p:spPr>
      </p:pic>
      <p:pic>
        <p:nvPicPr>
          <p:cNvPr id="1073762451" name="">
            <a:hlinkClick r:id="" action="ppaction://media"/>
          </p:cNvPr>
          <p:cNvPicPr>
            <a:picLocks noChangeAspect="1"/>
          </p:cNvPicPr>
          <p:nvPr>
            <a:audi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 rotWithShape="1">
          <a:blip r:embed="rId7"/>
          <a:stretch/>
        </p:blipFill>
        <p:spPr bwMode="auto">
          <a:xfrm>
            <a:off x="470363" y="3221911"/>
            <a:ext cx="476249" cy="476249"/>
          </a:xfrm>
          <a:prstGeom prst="rect">
            <a:avLst/>
          </a:prstGeom>
        </p:spPr>
      </p:pic>
      <p:pic>
        <p:nvPicPr>
          <p:cNvPr id="608010237" name="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 rotWithShape="1">
          <a:blip r:embed="rId10"/>
          <a:stretch/>
        </p:blipFill>
        <p:spPr bwMode="auto">
          <a:xfrm>
            <a:off x="470363" y="2333624"/>
            <a:ext cx="476249" cy="476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bg>
      <p:bgPr shadeToTitle="0">
        <a:blipFill rotWithShape="0">
          <a:blip r:embed="rId3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0502537" name="PlaceHolder 1"/>
          <p:cNvSpPr>
            <a:spLocks noGrp="1"/>
          </p:cNvSpPr>
          <p:nvPr>
            <p:ph type="title"/>
          </p:nvPr>
        </p:nvSpPr>
        <p:spPr bwMode="auto">
          <a:xfrm>
            <a:off x="360000" y="205920"/>
            <a:ext cx="8326080" cy="85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ja-JP" sz="4400" b="1" strike="noStrike" spc="-1">
                <a:solidFill>
                  <a:srgbClr val="FFFFFF"/>
                </a:solidFill>
                <a:latin typeface="Arial"/>
              </a:rPr>
              <a:t>【生産拠点 — エウロパ地下工場】</a:t>
            </a:r>
            <a:endParaRPr lang="en-US" sz="4400" b="0" strike="noStrike" spc="-1">
              <a:solidFill>
                <a:srgbClr val="FFFFFF"/>
              </a:solidFill>
              <a:latin typeface="Arial"/>
              <a:ea typeface="IPAゴシック"/>
            </a:endParaRPr>
          </a:p>
        </p:txBody>
      </p:sp>
      <p:sp>
        <p:nvSpPr>
          <p:cNvPr id="2102043592" name="PlaceHolder 2"/>
          <p:cNvSpPr>
            <a:spLocks noGrp="1"/>
          </p:cNvSpPr>
          <p:nvPr>
            <p:ph/>
          </p:nvPr>
        </p:nvSpPr>
        <p:spPr bwMode="auto">
          <a:xfrm>
            <a:off x="1187640" y="1200240"/>
            <a:ext cx="7498440" cy="3393720"/>
          </a:xfrm>
          <a:prstGeom prst="rect">
            <a:avLst/>
          </a:prstGeom>
          <a:noFill/>
          <a:ln w="0"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ja-JP" sz="3200" b="0" strike="noStrike" spc="-1">
                <a:solidFill>
                  <a:srgbClr val="FFFFFF"/>
                </a:solidFill>
                <a:latin typeface="IPAゴシック"/>
                <a:ea typeface="IPAゴシック"/>
              </a:rPr>
              <a:t>タイトル</a:t>
            </a:r>
            <a:r>
              <a:rPr lang="en-US" sz="3200" b="0" strike="noStrike" spc="-1">
                <a:solidFill>
                  <a:srgbClr val="FFFFFF"/>
                </a:solidFill>
                <a:latin typeface="IPAゴシック"/>
                <a:ea typeface="IPAゴシック"/>
              </a:rPr>
              <a:t>: </a:t>
            </a:r>
            <a:r>
              <a:rPr lang="ja-JP" sz="3200" b="0" strike="noStrike" spc="-1">
                <a:solidFill>
                  <a:srgbClr val="FFFFFF"/>
                </a:solidFill>
                <a:latin typeface="IPAゴシック"/>
                <a:ea typeface="IPAゴシック"/>
              </a:rPr>
              <a:t>資源抽出と地下都市（課題 </a:t>
            </a:r>
            <a:r>
              <a:rPr lang="en-US" sz="3200" b="0" strike="noStrike" spc="-1">
                <a:solidFill>
                  <a:srgbClr val="FFFFFF"/>
                </a:solidFill>
                <a:latin typeface="IPAゴシック"/>
                <a:ea typeface="IPAゴシック"/>
              </a:rPr>
              <a:t>#1005b</a:t>
            </a:r>
            <a:r>
              <a:rPr lang="ja-JP" sz="3200" b="0" strike="noStrike" spc="-1">
                <a:solidFill>
                  <a:srgbClr val="FFFFFF"/>
                </a:solidFill>
                <a:latin typeface="IPAゴシック"/>
                <a:ea typeface="IPAゴシック"/>
              </a:rPr>
              <a:t>）</a:t>
            </a:r>
            <a:endParaRPr lang="en-US" sz="32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ja-JP" sz="3200" b="0" strike="noStrike" spc="-1">
                <a:solidFill>
                  <a:srgbClr val="FFFFFF"/>
                </a:solidFill>
                <a:latin typeface="IPAゴシック"/>
                <a:ea typeface="IPAゴシック"/>
              </a:rPr>
              <a:t>ボディコピー</a:t>
            </a:r>
            <a:r>
              <a:rPr lang="en-US" sz="3200" b="0" strike="noStrike" spc="-1">
                <a:solidFill>
                  <a:srgbClr val="FFFFFF"/>
                </a:solidFill>
                <a:latin typeface="IPAゴシック"/>
                <a:ea typeface="IPAゴシック"/>
              </a:rPr>
              <a:t>:</a:t>
            </a:r>
            <a:endParaRPr lang="en-US" sz="32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ja-JP" sz="3200" b="0" strike="noStrike" spc="-1">
                <a:solidFill>
                  <a:srgbClr val="FFFFFF"/>
                </a:solidFill>
                <a:latin typeface="IPAゴシック"/>
                <a:ea typeface="IPAゴシック"/>
              </a:rPr>
              <a:t>氷殻下での</a:t>
            </a:r>
            <a:r>
              <a:rPr lang="en-US" sz="3200" b="1" strike="noStrike" spc="-1">
                <a:solidFill>
                  <a:srgbClr val="FFFFFF"/>
                </a:solidFill>
                <a:latin typeface="IPAゴシック"/>
                <a:ea typeface="IPAゴシック"/>
              </a:rPr>
              <a:t>CNT</a:t>
            </a:r>
            <a:r>
              <a:rPr lang="ja-JP" sz="3200" b="1" strike="noStrike" spc="-1">
                <a:solidFill>
                  <a:srgbClr val="FFFFFF"/>
                </a:solidFill>
                <a:latin typeface="IPAゴシック"/>
                <a:ea typeface="IPAゴシック"/>
              </a:rPr>
              <a:t>（カーボンナノチューブ）</a:t>
            </a:r>
            <a:r>
              <a:rPr lang="ja-JP" sz="3200" b="0" strike="noStrike" spc="-1">
                <a:solidFill>
                  <a:srgbClr val="FFFFFF"/>
                </a:solidFill>
                <a:latin typeface="IPAゴシック"/>
                <a:ea typeface="IPAゴシック"/>
              </a:rPr>
              <a:t>合成。</a:t>
            </a:r>
            <a:endParaRPr lang="en-US" sz="32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ja-JP" sz="3200" b="0" strike="noStrike" spc="-1">
                <a:solidFill>
                  <a:srgbClr val="FFFFFF"/>
                </a:solidFill>
                <a:latin typeface="IPAゴシック"/>
                <a:ea typeface="IPAゴシック"/>
              </a:rPr>
              <a:t>恒星間航行用カプセル列車の</a:t>
            </a:r>
            <a:r>
              <a:rPr lang="en-US" sz="3200" b="0" strike="noStrike" spc="-1">
                <a:solidFill>
                  <a:srgbClr val="FFFFFF"/>
                </a:solidFill>
                <a:latin typeface="IPAゴシック"/>
                <a:ea typeface="IPAゴシック"/>
              </a:rPr>
              <a:t>3D</a:t>
            </a:r>
            <a:r>
              <a:rPr lang="ja-JP" sz="3200" b="0" strike="noStrike" spc="-1">
                <a:solidFill>
                  <a:srgbClr val="FFFFFF"/>
                </a:solidFill>
                <a:latin typeface="IPAゴシック"/>
                <a:ea typeface="IPAゴシック"/>
              </a:rPr>
              <a:t>プリント 。</a:t>
            </a:r>
            <a:endParaRPr lang="en-US" sz="32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ja-JP" sz="3200" b="0" strike="noStrike" spc="-1">
                <a:solidFill>
                  <a:srgbClr val="FFFFFF"/>
                </a:solidFill>
                <a:latin typeface="IPAゴシック"/>
                <a:ea typeface="IPAゴシック"/>
              </a:rPr>
              <a:t>木星ヘリウム</a:t>
            </a:r>
            <a:r>
              <a:rPr lang="en-US" sz="3200" b="0" strike="noStrike" spc="-1">
                <a:solidFill>
                  <a:srgbClr val="FFFFFF"/>
                </a:solidFill>
                <a:latin typeface="IPAゴシック"/>
                <a:ea typeface="IPAゴシック"/>
              </a:rPr>
              <a:t>3</a:t>
            </a:r>
            <a:r>
              <a:rPr lang="ja-JP" sz="3200" b="0" strike="noStrike" spc="-1">
                <a:solidFill>
                  <a:srgbClr val="FFFFFF"/>
                </a:solidFill>
                <a:latin typeface="IPAゴシック"/>
                <a:ea typeface="IPAゴシック"/>
              </a:rPr>
              <a:t>（</a:t>
            </a:r>
            <a:r>
              <a:rPr lang="en-US" sz="3200" b="0" strike="noStrike" spc="-1">
                <a:solidFill>
                  <a:srgbClr val="FFFFFF"/>
                </a:solidFill>
                <a:latin typeface="IPAゴシック"/>
                <a:ea typeface="IPAゴシック"/>
              </a:rPr>
              <a:t>He3</a:t>
            </a:r>
            <a:r>
              <a:rPr lang="ja-JP" sz="3200" b="0" strike="noStrike" spc="-1">
                <a:solidFill>
                  <a:srgbClr val="FFFFFF"/>
                </a:solidFill>
                <a:latin typeface="IPAゴシック"/>
                <a:ea typeface="IPAゴシック"/>
              </a:rPr>
              <a:t>）運送インフラの起点。</a:t>
            </a:r>
            <a:endParaRPr lang="en-US" sz="32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00161567" name="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 rotWithShape="1">
          <a:blip r:embed="rId4"/>
          <a:stretch/>
        </p:blipFill>
        <p:spPr bwMode="auto">
          <a:xfrm>
            <a:off x="812835" y="3628596"/>
            <a:ext cx="476249" cy="476249"/>
          </a:xfrm>
          <a:prstGeom prst="rect">
            <a:avLst/>
          </a:prstGeom>
        </p:spPr>
      </p:pic>
      <p:pic>
        <p:nvPicPr>
          <p:cNvPr id="1681166288" name="">
            <a:hlinkClick r:id="" action="ppaction://media"/>
          </p:cNvPr>
          <p:cNvPicPr>
            <a:picLocks noChangeAspect="1"/>
          </p:cNvPicPr>
          <p:nvPr>
            <a:audi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 rotWithShape="1">
          <a:blip r:embed="rId7"/>
          <a:stretch/>
        </p:blipFill>
        <p:spPr bwMode="auto">
          <a:xfrm>
            <a:off x="812835" y="1359720"/>
            <a:ext cx="476249" cy="476249"/>
          </a:xfrm>
          <a:prstGeom prst="rect">
            <a:avLst/>
          </a:prstGeom>
        </p:spPr>
      </p:pic>
      <p:pic>
        <p:nvPicPr>
          <p:cNvPr id="1116936063" name="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 rotWithShape="1">
          <a:blip r:embed="rId10"/>
          <a:stretch/>
        </p:blipFill>
        <p:spPr bwMode="auto">
          <a:xfrm>
            <a:off x="812835" y="2420849"/>
            <a:ext cx="476249" cy="476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bg>
      <p:bgPr shadeToTitle="0">
        <a:blipFill rotWithShape="0">
          <a:blip r:embed="rId3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4724989" name="PlaceHolder 1"/>
          <p:cNvSpPr>
            <a:spLocks noGrp="1"/>
          </p:cNvSpPr>
          <p:nvPr>
            <p:ph type="title"/>
          </p:nvPr>
        </p:nvSpPr>
        <p:spPr bwMode="auto">
          <a:xfrm>
            <a:off x="1187640" y="205920"/>
            <a:ext cx="7498440" cy="85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ja-JP" sz="4400" b="1" strike="noStrike" spc="-1">
                <a:solidFill>
                  <a:srgbClr val="FFFFFF"/>
                </a:solidFill>
                <a:latin typeface="Arial"/>
              </a:rPr>
              <a:t>【物理の壁 — 熱平衡シミュレーション】</a:t>
            </a:r>
            <a:endParaRPr lang="en-US" sz="4400" b="0" strike="noStrike" spc="-1">
              <a:solidFill>
                <a:srgbClr val="FFFFFF"/>
              </a:solidFill>
              <a:latin typeface="Arial"/>
              <a:ea typeface="IPAゴシック"/>
            </a:endParaRPr>
          </a:p>
        </p:txBody>
      </p:sp>
      <p:sp>
        <p:nvSpPr>
          <p:cNvPr id="623206236" name="PlaceHolder 2"/>
          <p:cNvSpPr>
            <a:spLocks noGrp="1"/>
          </p:cNvSpPr>
          <p:nvPr>
            <p:ph/>
          </p:nvPr>
        </p:nvSpPr>
        <p:spPr bwMode="auto">
          <a:xfrm>
            <a:off x="1069914" y="1200240"/>
            <a:ext cx="7498440" cy="3393720"/>
          </a:xfrm>
          <a:prstGeom prst="rect">
            <a:avLst/>
          </a:prstGeom>
          <a:noFill/>
          <a:ln w="0"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ja-JP" sz="3200" b="0" strike="noStrike" spc="-1">
                <a:solidFill>
                  <a:srgbClr val="FFFFFF"/>
                </a:solidFill>
                <a:latin typeface="Arial"/>
                <a:ea typeface="Arial"/>
              </a:rPr>
              <a:t>タイトル</a:t>
            </a:r>
            <a:r>
              <a:rPr lang="en-US" sz="3200" b="0" strike="noStrike" spc="-1">
                <a:solidFill>
                  <a:srgbClr val="FFFFFF"/>
                </a:solidFill>
                <a:latin typeface="Arial"/>
                <a:ea typeface="Arial"/>
              </a:rPr>
              <a:t>: </a:t>
            </a:r>
            <a:r>
              <a:rPr lang="ja-JP" sz="3200" b="0" strike="noStrike" spc="-1">
                <a:solidFill>
                  <a:srgbClr val="FFFFFF"/>
                </a:solidFill>
                <a:latin typeface="Arial"/>
                <a:ea typeface="Arial"/>
              </a:rPr>
              <a:t>基地沈降の防止（課題 </a:t>
            </a:r>
            <a:r>
              <a:rPr lang="en-US" sz="3200" b="0" strike="noStrike" spc="-1">
                <a:solidFill>
                  <a:srgbClr val="FFFFFF"/>
                </a:solidFill>
                <a:latin typeface="Arial"/>
                <a:ea typeface="Arial"/>
              </a:rPr>
              <a:t>#1005a</a:t>
            </a:r>
            <a:r>
              <a:rPr lang="ja-JP" sz="3200" b="0" strike="noStrike" spc="-1">
                <a:solidFill>
                  <a:srgbClr val="FFFFFF"/>
                </a:solidFill>
                <a:latin typeface="Arial"/>
                <a:ea typeface="Arial"/>
              </a:rPr>
              <a:t>）</a:t>
            </a:r>
            <a:endParaRPr lang="en-US" sz="32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ja-JP" sz="3200" b="0" strike="noStrike" spc="-1">
                <a:solidFill>
                  <a:srgbClr val="FFFFFF"/>
                </a:solidFill>
                <a:latin typeface="Arial"/>
                <a:ea typeface="Arial"/>
              </a:rPr>
              <a:t>ボディコピー</a:t>
            </a:r>
            <a:r>
              <a:rPr lang="en-US" sz="3200" b="0" strike="noStrike" spc="-1">
                <a:solidFill>
                  <a:srgbClr val="FFFFFF"/>
                </a:solidFill>
                <a:latin typeface="Arial"/>
                <a:ea typeface="Arial"/>
              </a:rPr>
              <a:t>:</a:t>
            </a:r>
            <a:endParaRPr lang="en-US" sz="32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ja-JP" sz="3200" b="0" strike="noStrike" spc="-1">
                <a:solidFill>
                  <a:srgbClr val="FFFFFF"/>
                </a:solidFill>
                <a:latin typeface="Arial"/>
                <a:ea typeface="Arial"/>
              </a:rPr>
              <a:t>課題</a:t>
            </a:r>
            <a:r>
              <a:rPr lang="en-US" sz="3200" b="0" strike="noStrike" spc="-1">
                <a:solidFill>
                  <a:srgbClr val="FFFFFF"/>
                </a:solidFill>
                <a:latin typeface="Arial"/>
                <a:ea typeface="Arial"/>
              </a:rPr>
              <a:t>: </a:t>
            </a:r>
            <a:r>
              <a:rPr lang="ja-JP" sz="3200" b="0" strike="noStrike" spc="-1">
                <a:solidFill>
                  <a:srgbClr val="FFFFFF"/>
                </a:solidFill>
                <a:latin typeface="Arial"/>
                <a:ea typeface="Arial"/>
              </a:rPr>
              <a:t>工場の数</a:t>
            </a:r>
            <a:r>
              <a:rPr lang="en-US" sz="3200" b="0" strike="noStrike" spc="-1">
                <a:solidFill>
                  <a:srgbClr val="FFFFFF"/>
                </a:solidFill>
                <a:latin typeface="Arial"/>
                <a:ea typeface="Arial"/>
              </a:rPr>
              <a:t>TW</a:t>
            </a:r>
            <a:r>
              <a:rPr lang="ja-JP" sz="3200" b="0" strike="noStrike" spc="-1">
                <a:solidFill>
                  <a:srgbClr val="FFFFFF"/>
                </a:solidFill>
                <a:latin typeface="Arial"/>
                <a:ea typeface="Arial"/>
              </a:rPr>
              <a:t>に及ぶ廃熱による氷の融解 。</a:t>
            </a:r>
            <a:endParaRPr lang="en-US" sz="32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ja-JP" sz="3200" b="0" strike="noStrike" spc="-1">
                <a:solidFill>
                  <a:srgbClr val="FFFFFF"/>
                </a:solidFill>
                <a:latin typeface="Arial"/>
                <a:ea typeface="Arial"/>
              </a:rPr>
              <a:t>解決</a:t>
            </a:r>
            <a:r>
              <a:rPr lang="en-US" sz="3200" b="0" strike="noStrike" spc="-1">
                <a:solidFill>
                  <a:srgbClr val="FFFFFF"/>
                </a:solidFill>
                <a:latin typeface="Arial"/>
                <a:ea typeface="Arial"/>
              </a:rPr>
              <a:t>: </a:t>
            </a:r>
            <a:r>
              <a:rPr lang="ja-JP" sz="3200" b="0" strike="noStrike" spc="-1">
                <a:solidFill>
                  <a:srgbClr val="FFFFFF"/>
                </a:solidFill>
                <a:latin typeface="Arial"/>
                <a:ea typeface="Arial"/>
              </a:rPr>
              <a:t>廃熱を効率よく地下海へ逃がす「熱のハック」。</a:t>
            </a:r>
            <a:endParaRPr lang="en-US" sz="32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ja-JP" sz="3200" b="0" strike="noStrike" spc="-1">
                <a:solidFill>
                  <a:srgbClr val="FFFFFF"/>
                </a:solidFill>
                <a:latin typeface="Arial"/>
                <a:ea typeface="Arial"/>
              </a:rPr>
              <a:t>手法</a:t>
            </a:r>
            <a:r>
              <a:rPr lang="en-US" sz="3200" b="0" strike="noStrike" spc="-1">
                <a:solidFill>
                  <a:srgbClr val="FFFFFF"/>
                </a:solidFill>
                <a:latin typeface="Arial"/>
                <a:ea typeface="Arial"/>
              </a:rPr>
              <a:t>: </a:t>
            </a:r>
            <a:r>
              <a:rPr lang="ja-JP" sz="3200" b="0" strike="noStrike" spc="-1">
                <a:solidFill>
                  <a:srgbClr val="FFFFFF"/>
                </a:solidFill>
                <a:latin typeface="Arial"/>
                <a:ea typeface="Arial"/>
              </a:rPr>
              <a:t>理論（</a:t>
            </a:r>
            <a:r>
              <a:rPr lang="en-US" sz="3200" b="0" strike="noStrike" spc="-1">
                <a:solidFill>
                  <a:srgbClr val="FFFFFF"/>
                </a:solidFill>
                <a:latin typeface="Arial"/>
                <a:ea typeface="Arial"/>
              </a:rPr>
              <a:t>Maxima</a:t>
            </a:r>
            <a:r>
              <a:rPr lang="ja-JP" sz="3200" b="0" strike="noStrike" spc="-1">
                <a:solidFill>
                  <a:srgbClr val="FFFFFF"/>
                </a:solidFill>
                <a:latin typeface="Arial"/>
                <a:ea typeface="Arial"/>
              </a:rPr>
              <a:t>）と数値（</a:t>
            </a:r>
            <a:r>
              <a:rPr lang="en-US" sz="3200" b="0" strike="noStrike" spc="-1">
                <a:solidFill>
                  <a:srgbClr val="FFFFFF"/>
                </a:solidFill>
                <a:latin typeface="Arial"/>
                <a:ea typeface="Arial"/>
              </a:rPr>
              <a:t>Python</a:t>
            </a:r>
            <a:r>
              <a:rPr lang="ja-JP" sz="3200" b="0" strike="noStrike" spc="-1">
                <a:solidFill>
                  <a:srgbClr val="FFFFFF"/>
                </a:solidFill>
                <a:latin typeface="Arial"/>
                <a:ea typeface="Arial"/>
              </a:rPr>
              <a:t>）の連成による熱流体解析 。</a:t>
            </a:r>
            <a:endParaRPr lang="en-US" sz="32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33390342" name="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 rotWithShape="1">
          <a:blip r:embed="rId4"/>
          <a:stretch/>
        </p:blipFill>
        <p:spPr bwMode="auto">
          <a:xfrm>
            <a:off x="711389" y="1200239"/>
            <a:ext cx="476249" cy="476249"/>
          </a:xfrm>
          <a:prstGeom prst="rect">
            <a:avLst/>
          </a:prstGeom>
        </p:spPr>
      </p:pic>
      <p:pic>
        <p:nvPicPr>
          <p:cNvPr id="1987363396" name="">
            <a:hlinkClick r:id="" action="ppaction://media"/>
          </p:cNvPr>
          <p:cNvPicPr>
            <a:picLocks noChangeAspect="1"/>
          </p:cNvPicPr>
          <p:nvPr>
            <a:audi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 rotWithShape="1">
          <a:blip r:embed="rId7"/>
          <a:stretch/>
        </p:blipFill>
        <p:spPr bwMode="auto">
          <a:xfrm>
            <a:off x="711389" y="2333624"/>
            <a:ext cx="476249" cy="476249"/>
          </a:xfrm>
          <a:prstGeom prst="rect">
            <a:avLst/>
          </a:prstGeom>
        </p:spPr>
      </p:pic>
      <p:pic>
        <p:nvPicPr>
          <p:cNvPr id="1113947403" name="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 rotWithShape="1">
          <a:blip r:embed="rId10"/>
          <a:stretch/>
        </p:blipFill>
        <p:spPr bwMode="auto">
          <a:xfrm>
            <a:off x="711389" y="3585787"/>
            <a:ext cx="476249" cy="476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2223603" name="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140224" y="205919"/>
            <a:ext cx="8545854" cy="85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ja-JP" sz="3600" b="1" strike="noStrike" spc="-1">
                <a:solidFill>
                  <a:schemeClr val="dk1"/>
                </a:solidFill>
                <a:latin typeface="IPAゴシック"/>
                <a:ea typeface="IPAゴシック"/>
                <a:cs typeface="IPAゴシック"/>
              </a:rPr>
              <a:t>【時空の糸 — 惑星間重力波通信】</a:t>
            </a:r>
            <a:endParaRPr sz="3600" b="0" strike="noStrike" spc="-1">
              <a:solidFill>
                <a:srgbClr val="000000"/>
              </a:solidFill>
              <a:latin typeface="IPAゴシック"/>
              <a:cs typeface="IPAゴシック"/>
            </a:endParaRPr>
          </a:p>
        </p:txBody>
      </p:sp>
      <p:sp>
        <p:nvSpPr>
          <p:cNvPr id="1300877946" name="PlaceHolder 2"/>
          <p:cNvSpPr>
            <a:spLocks noGrp="1"/>
          </p:cNvSpPr>
          <p:nvPr>
            <p:ph/>
          </p:nvPr>
        </p:nvSpPr>
        <p:spPr bwMode="auto">
          <a:xfrm>
            <a:off x="1187640" y="1200240"/>
            <a:ext cx="7498440" cy="3393720"/>
          </a:xfrm>
          <a:prstGeom prst="rect">
            <a:avLst/>
          </a:prstGeom>
          <a:noFill/>
          <a:ln w="0"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ja-JP" sz="3200" b="0" strike="noStrike" spc="-1">
                <a:solidFill>
                  <a:schemeClr val="dk1"/>
                </a:solidFill>
                <a:latin typeface="IPAゴシック"/>
                <a:ea typeface="IPAゴシック"/>
                <a:cs typeface="IPAゴシック"/>
              </a:rPr>
              <a:t>タイトル</a:t>
            </a:r>
            <a:r>
              <a:rPr lang="en-US" sz="3200" b="0" strike="noStrike" spc="-1">
                <a:solidFill>
                  <a:schemeClr val="dk1"/>
                </a:solidFill>
                <a:latin typeface="IPAゴシック"/>
                <a:ea typeface="IPAゴシック"/>
                <a:cs typeface="IPAゴシック"/>
              </a:rPr>
              <a:t>: </a:t>
            </a:r>
            <a:r>
              <a:rPr lang="ja-JP" sz="3200" b="0" strike="noStrike" spc="-1">
                <a:solidFill>
                  <a:schemeClr val="dk1"/>
                </a:solidFill>
                <a:latin typeface="IPAゴシック"/>
                <a:ea typeface="IPAゴシック"/>
                <a:cs typeface="IPAゴシック"/>
              </a:rPr>
              <a:t>距離を越える共鳴（課題 </a:t>
            </a:r>
            <a:r>
              <a:rPr lang="en-US" sz="3200" b="0" strike="noStrike" spc="-1">
                <a:solidFill>
                  <a:schemeClr val="dk1"/>
                </a:solidFill>
                <a:latin typeface="IPAゴシック"/>
                <a:ea typeface="IPAゴシック"/>
                <a:cs typeface="IPAゴシック"/>
              </a:rPr>
              <a:t>#1004</a:t>
            </a:r>
            <a:r>
              <a:rPr lang="ja-JP" sz="3200" b="0" strike="noStrike" spc="-1">
                <a:solidFill>
                  <a:schemeClr val="dk1"/>
                </a:solidFill>
                <a:latin typeface="IPAゴシック"/>
                <a:ea typeface="IPAゴシック"/>
                <a:cs typeface="IPAゴシック"/>
              </a:rPr>
              <a:t>）</a:t>
            </a:r>
            <a:endParaRPr sz="3200" b="0" strike="noStrike" spc="-1">
              <a:solidFill>
                <a:srgbClr val="000000"/>
              </a:solidFill>
              <a:latin typeface="IPAゴシック"/>
              <a:cs typeface="IPAゴシック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3200" b="0" strike="noStrike" spc="-1">
                <a:solidFill>
                  <a:schemeClr val="dk1"/>
                </a:solidFill>
                <a:latin typeface="IPAゴシック"/>
                <a:ea typeface="IPAゴシック"/>
                <a:cs typeface="IPAゴシック"/>
              </a:rPr>
              <a:t>LENR</a:t>
            </a:r>
            <a:r>
              <a:rPr lang="ja-JP" sz="3200" b="0" strike="noStrike" spc="-1">
                <a:solidFill>
                  <a:schemeClr val="dk1"/>
                </a:solidFill>
                <a:latin typeface="IPAゴシック"/>
                <a:ea typeface="IPAゴシック"/>
                <a:cs typeface="IPAゴシック"/>
              </a:rPr>
              <a:t>（低能動核融合）パルスによる地殻共振通信 。</a:t>
            </a:r>
            <a:endParaRPr sz="3200" b="0" strike="noStrike" spc="-1">
              <a:solidFill>
                <a:srgbClr val="000000"/>
              </a:solidFill>
              <a:latin typeface="IPAゴシック"/>
              <a:cs typeface="IPAゴシック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ja-JP" sz="3200" b="0" strike="noStrike" spc="-1">
                <a:solidFill>
                  <a:schemeClr val="dk1"/>
                </a:solidFill>
                <a:latin typeface="IPAゴシック"/>
                <a:ea typeface="IPAゴシック"/>
                <a:cs typeface="IPAゴシック"/>
              </a:rPr>
              <a:t>目的：</a:t>
            </a:r>
            <a:r>
              <a:rPr lang="en-US" sz="3200" b="0" strike="noStrike" spc="-1">
                <a:solidFill>
                  <a:schemeClr val="dk1"/>
                </a:solidFill>
                <a:latin typeface="IPAゴシック"/>
                <a:ea typeface="IPAゴシック"/>
                <a:cs typeface="IPAゴシック"/>
              </a:rPr>
              <a:t>4.2</a:t>
            </a:r>
            <a:r>
              <a:rPr lang="ja-JP" sz="3200" b="0" strike="noStrike" spc="-1">
                <a:solidFill>
                  <a:schemeClr val="dk1"/>
                </a:solidFill>
                <a:latin typeface="IPAゴシック"/>
                <a:ea typeface="IPAゴシック"/>
                <a:cs typeface="IPAゴシック"/>
              </a:rPr>
              <a:t>光年先の「種（シード）」との確実な同期 。</a:t>
            </a:r>
            <a:endParaRPr sz="3200" b="0" strike="noStrike" spc="-1">
              <a:solidFill>
                <a:srgbClr val="000000"/>
              </a:solidFill>
              <a:latin typeface="IPAゴシック"/>
              <a:cs typeface="IPAゴシック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ja-JP" sz="3200" b="0" strike="noStrike" spc="-1">
                <a:solidFill>
                  <a:schemeClr val="dk1"/>
                </a:solidFill>
                <a:latin typeface="IPAゴシック"/>
                <a:ea typeface="IPAゴシック"/>
                <a:cs typeface="IPAゴシック"/>
              </a:rPr>
              <a:t>特徴：電磁波ノイズを突破し、銀河拠点間でハッキング・ログを共有 。</a:t>
            </a:r>
            <a:endParaRPr sz="3200" b="0" strike="noStrike" spc="-1">
              <a:solidFill>
                <a:srgbClr val="000000"/>
              </a:solidFill>
              <a:latin typeface="IPAゴシック"/>
              <a:cs typeface="IPAゴシック"/>
            </a:endParaRPr>
          </a:p>
        </p:txBody>
      </p:sp>
      <p:pic>
        <p:nvPicPr>
          <p:cNvPr id="402206249" name="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 rotWithShape="1">
          <a:blip r:embed="rId3"/>
          <a:stretch/>
        </p:blipFill>
        <p:spPr bwMode="auto">
          <a:xfrm>
            <a:off x="481065" y="1263400"/>
            <a:ext cx="476249" cy="476249"/>
          </a:xfrm>
          <a:prstGeom prst="rect">
            <a:avLst/>
          </a:prstGeom>
        </p:spPr>
      </p:pic>
      <p:pic>
        <p:nvPicPr>
          <p:cNvPr id="160774548" name="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 rotWithShape="1">
          <a:blip r:embed="rId6"/>
          <a:stretch/>
        </p:blipFill>
        <p:spPr bwMode="auto">
          <a:xfrm>
            <a:off x="481065" y="2571750"/>
            <a:ext cx="476249" cy="476249"/>
          </a:xfrm>
          <a:prstGeom prst="rect">
            <a:avLst/>
          </a:prstGeom>
        </p:spPr>
      </p:pic>
      <p:pic>
        <p:nvPicPr>
          <p:cNvPr id="512028417" name="">
            <a:hlinkClick r:id="" action="ppaction://media"/>
          </p:cNvPr>
          <p:cNvPicPr>
            <a:picLocks noChangeAspect="1"/>
          </p:cNvPicPr>
          <p:nvPr>
            <a:audioFile r:link="rId11"/>
            <p:extLst>
              <p:ext uri="{DAA4B4D4-6D71-4841-9C94-3DE7FCFB9230}">
                <p14:media xmlns:p14="http://schemas.microsoft.com/office/powerpoint/2010/main" r:embed="rId10"/>
              </p:ext>
            </p:extLst>
          </p:nvPr>
        </p:nvPicPr>
        <p:blipFill rotWithShape="1">
          <a:blip r:embed="rId9"/>
          <a:stretch/>
        </p:blipFill>
        <p:spPr bwMode="auto">
          <a:xfrm>
            <a:off x="481065" y="3703512"/>
            <a:ext cx="476249" cy="476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223159" name="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65308" y="291537"/>
            <a:ext cx="8743735" cy="85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ja-JP" sz="3600" b="1" strike="noStrike" spc="0">
                <a:solidFill>
                  <a:schemeClr val="dk1"/>
                </a:solidFill>
                <a:latin typeface="IPAゴシック"/>
                <a:ea typeface="IPAゴシック"/>
                <a:cs typeface="IPAゴシック"/>
              </a:rPr>
              <a:t>【設計思想 — </a:t>
            </a:r>
            <a:r>
              <a:rPr lang="en-US" sz="3600" b="1" strike="noStrike" spc="-1">
                <a:solidFill>
                  <a:schemeClr val="dk1"/>
                </a:solidFill>
                <a:latin typeface="IPAゴシック"/>
                <a:ea typeface="IPAゴシック"/>
                <a:cs typeface="IPAゴシック"/>
              </a:rPr>
              <a:t>Maxima ✕ Python </a:t>
            </a:r>
            <a:r>
              <a:rPr lang="ja-JP" sz="3600" b="1" strike="noStrike" spc="-1">
                <a:solidFill>
                  <a:schemeClr val="dk1"/>
                </a:solidFill>
                <a:latin typeface="IPAゴシック"/>
                <a:ea typeface="IPAゴシック"/>
                <a:cs typeface="IPAゴシック"/>
              </a:rPr>
              <a:t>連成】</a:t>
            </a:r>
            <a:endParaRPr sz="3600" b="0" strike="noStrike" spc="-1">
              <a:solidFill>
                <a:srgbClr val="000000"/>
              </a:solidFill>
              <a:latin typeface="IPAゴシック"/>
              <a:cs typeface="IPAゴシック"/>
            </a:endParaRPr>
          </a:p>
        </p:txBody>
      </p:sp>
      <p:sp>
        <p:nvSpPr>
          <p:cNvPr id="1105047382" name="PlaceHolder 2"/>
          <p:cNvSpPr>
            <a:spLocks noGrp="1"/>
          </p:cNvSpPr>
          <p:nvPr>
            <p:ph/>
          </p:nvPr>
        </p:nvSpPr>
        <p:spPr bwMode="auto">
          <a:xfrm>
            <a:off x="1187640" y="1200240"/>
            <a:ext cx="7498440" cy="3393720"/>
          </a:xfrm>
          <a:prstGeom prst="rect">
            <a:avLst/>
          </a:prstGeom>
          <a:noFill/>
          <a:ln w="0"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ja-JP" sz="3200" b="0" strike="noStrike" spc="-1">
                <a:solidFill>
                  <a:schemeClr val="dk1"/>
                </a:solidFill>
                <a:latin typeface="IPAゴシック"/>
                <a:ea typeface="IPAゴシック"/>
                <a:cs typeface="IPAゴシック"/>
              </a:rPr>
              <a:t>タイトル</a:t>
            </a:r>
            <a:r>
              <a:rPr lang="en-US" sz="3200" b="0" strike="noStrike" spc="-1">
                <a:solidFill>
                  <a:schemeClr val="dk1"/>
                </a:solidFill>
                <a:latin typeface="IPAゴシック"/>
                <a:ea typeface="IPAゴシック"/>
                <a:cs typeface="IPAゴシック"/>
              </a:rPr>
              <a:t>: </a:t>
            </a:r>
            <a:r>
              <a:rPr lang="ja-JP" sz="3200" b="0" strike="noStrike" spc="-1">
                <a:solidFill>
                  <a:schemeClr val="dk1"/>
                </a:solidFill>
                <a:latin typeface="IPAゴシック"/>
                <a:ea typeface="IPAゴシック"/>
                <a:cs typeface="IPAゴシック"/>
              </a:rPr>
              <a:t>理論の美学と数値の冷徹さ</a:t>
            </a:r>
            <a:endParaRPr sz="3200" b="0" strike="noStrike" spc="-1">
              <a:solidFill>
                <a:srgbClr val="000000"/>
              </a:solidFill>
              <a:latin typeface="IPAゴシック"/>
              <a:cs typeface="IPAゴシック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ja-JP" sz="3200" b="0" strike="noStrike" spc="-1">
                <a:solidFill>
                  <a:schemeClr val="dk1"/>
                </a:solidFill>
                <a:latin typeface="IPAゴシック"/>
                <a:ea typeface="IPAゴシック"/>
                <a:cs typeface="IPAゴシック"/>
              </a:rPr>
              <a:t>ボディコピー</a:t>
            </a:r>
            <a:r>
              <a:rPr lang="en-US" sz="3200" b="0" strike="noStrike" spc="-1">
                <a:solidFill>
                  <a:schemeClr val="dk1"/>
                </a:solidFill>
                <a:latin typeface="IPAゴシック"/>
                <a:ea typeface="IPAゴシック"/>
                <a:cs typeface="IPAゴシック"/>
              </a:rPr>
              <a:t>:</a:t>
            </a:r>
            <a:endParaRPr sz="3200" b="0" strike="noStrike" spc="-1">
              <a:solidFill>
                <a:srgbClr val="000000"/>
              </a:solidFill>
              <a:latin typeface="IPAゴシック"/>
              <a:cs typeface="IPAゴシック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3200" b="0" strike="noStrike" spc="-1">
                <a:solidFill>
                  <a:schemeClr val="dk1"/>
                </a:solidFill>
                <a:latin typeface="IPAゴシック"/>
                <a:ea typeface="IPAゴシック"/>
                <a:cs typeface="IPAゴシック"/>
              </a:rPr>
              <a:t>Maxima: </a:t>
            </a:r>
            <a:r>
              <a:rPr lang="ja-JP" sz="3200" b="0" strike="noStrike" spc="-1">
                <a:solidFill>
                  <a:schemeClr val="dk1"/>
                </a:solidFill>
                <a:latin typeface="IPAゴシック"/>
                <a:ea typeface="IPAゴシック"/>
                <a:cs typeface="IPAゴシック"/>
              </a:rPr>
              <a:t>理論解の導出、物理定数の確定（美学）。</a:t>
            </a:r>
            <a:endParaRPr sz="3200" b="0" strike="noStrike" spc="-1">
              <a:solidFill>
                <a:srgbClr val="000000"/>
              </a:solidFill>
              <a:latin typeface="IPAゴシック"/>
              <a:cs typeface="IPAゴシック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3200" b="0" strike="noStrike" spc="-1">
                <a:solidFill>
                  <a:schemeClr val="dk1"/>
                </a:solidFill>
                <a:latin typeface="IPAゴシック"/>
                <a:ea typeface="IPAゴシック"/>
                <a:cs typeface="IPAゴシック"/>
              </a:rPr>
              <a:t>Python: </a:t>
            </a:r>
            <a:r>
              <a:rPr lang="ja-JP" sz="3200" b="0" strike="noStrike" spc="-1">
                <a:solidFill>
                  <a:schemeClr val="dk1"/>
                </a:solidFill>
                <a:latin typeface="IPAゴシック"/>
                <a:ea typeface="IPAゴシック"/>
                <a:cs typeface="IPAゴシック"/>
              </a:rPr>
              <a:t>繰り返し計算、動的シミュレーション（模倣）。</a:t>
            </a:r>
            <a:endParaRPr sz="3200" b="0" strike="noStrike" spc="-1">
              <a:solidFill>
                <a:srgbClr val="000000"/>
              </a:solidFill>
              <a:latin typeface="IPAゴシック"/>
              <a:cs typeface="IPAゴシック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ja-JP" sz="3200" b="0" strike="noStrike" spc="-1">
                <a:solidFill>
                  <a:schemeClr val="dk1"/>
                </a:solidFill>
                <a:latin typeface="IPAゴシック"/>
                <a:ea typeface="IPAゴシック"/>
                <a:cs typeface="IPAゴシック"/>
              </a:rPr>
              <a:t>掟</a:t>
            </a:r>
            <a:r>
              <a:rPr lang="en-US" sz="3200" b="0" strike="noStrike" spc="-1">
                <a:solidFill>
                  <a:schemeClr val="dk1"/>
                </a:solidFill>
                <a:latin typeface="IPAゴシック"/>
                <a:ea typeface="IPAゴシック"/>
                <a:cs typeface="IPAゴシック"/>
              </a:rPr>
              <a:t>: </a:t>
            </a:r>
            <a:r>
              <a:rPr lang="ja-JP" sz="3200" b="0" strike="noStrike" spc="-1">
                <a:solidFill>
                  <a:schemeClr val="dk1"/>
                </a:solidFill>
                <a:latin typeface="IPAゴシック"/>
                <a:ea typeface="IPAゴシック"/>
                <a:cs typeface="IPAゴシック"/>
              </a:rPr>
              <a:t>無理な連成の禁止。疎結合かつ厳格な連成順を遵守 。</a:t>
            </a:r>
            <a:endParaRPr sz="3200" b="0" strike="noStrike" spc="-1">
              <a:solidFill>
                <a:srgbClr val="000000"/>
              </a:solidFill>
              <a:latin typeface="IPAゴシック"/>
              <a:cs typeface="IPAゴシック"/>
            </a:endParaRPr>
          </a:p>
        </p:txBody>
      </p:sp>
      <p:pic>
        <p:nvPicPr>
          <p:cNvPr id="2090310244" name="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 rotWithShape="1">
          <a:blip r:embed="rId3"/>
          <a:stretch/>
        </p:blipFill>
        <p:spPr bwMode="auto">
          <a:xfrm>
            <a:off x="534576" y="1200239"/>
            <a:ext cx="476249" cy="476249"/>
          </a:xfrm>
          <a:prstGeom prst="rect">
            <a:avLst/>
          </a:prstGeom>
        </p:spPr>
      </p:pic>
      <p:pic>
        <p:nvPicPr>
          <p:cNvPr id="1346484285" name="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 rotWithShape="1">
          <a:blip r:embed="rId6"/>
          <a:stretch/>
        </p:blipFill>
        <p:spPr bwMode="auto">
          <a:xfrm>
            <a:off x="534576" y="2571750"/>
            <a:ext cx="476249" cy="476249"/>
          </a:xfrm>
          <a:prstGeom prst="rect">
            <a:avLst/>
          </a:prstGeom>
        </p:spPr>
      </p:pic>
      <p:pic>
        <p:nvPicPr>
          <p:cNvPr id="2063922607" name="">
            <a:hlinkClick r:id="" action="ppaction://media"/>
          </p:cNvPr>
          <p:cNvPicPr>
            <a:picLocks noChangeAspect="1"/>
          </p:cNvPicPr>
          <p:nvPr>
            <a:audioFile r:link="rId11"/>
            <p:extLst>
              <p:ext uri="{DAA4B4D4-6D71-4841-9C94-3DE7FCFB9230}">
                <p14:media xmlns:p14="http://schemas.microsoft.com/office/powerpoint/2010/main" r:embed="rId10"/>
              </p:ext>
            </p:extLst>
          </p:nvPr>
        </p:nvPicPr>
        <p:blipFill rotWithShape="1">
          <a:blip r:embed="rId9"/>
          <a:stretch/>
        </p:blipFill>
        <p:spPr bwMode="auto">
          <a:xfrm>
            <a:off x="534576" y="3992473"/>
            <a:ext cx="476249" cy="476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bg>
      <p:bgPr shadeToTitle="0">
        <a:blipFill rotWithShape="0">
          <a:blip r:embed="rId3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8661507" name="PlaceHolder 1"/>
          <p:cNvSpPr>
            <a:spLocks noGrp="1"/>
          </p:cNvSpPr>
          <p:nvPr>
            <p:ph type="title"/>
          </p:nvPr>
        </p:nvSpPr>
        <p:spPr bwMode="auto">
          <a:xfrm>
            <a:off x="1187640" y="205920"/>
            <a:ext cx="7498440" cy="85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ja-JP" sz="4400" b="1" strike="noStrike" spc="-1">
                <a:solidFill>
                  <a:srgbClr val="FFFFFF"/>
                </a:solidFill>
                <a:latin typeface="IPAゴシック"/>
                <a:ea typeface="IPAゴシック"/>
                <a:cs typeface="IPAゴシック"/>
              </a:rPr>
              <a:t>【結びに代えて】</a:t>
            </a:r>
            <a:endParaRPr sz="4400" b="0" strike="noStrike" spc="-1">
              <a:solidFill>
                <a:srgbClr val="FFFFFF"/>
              </a:solidFill>
              <a:latin typeface="IPAゴシック"/>
              <a:cs typeface="IPAゴシック"/>
            </a:endParaRPr>
          </a:p>
        </p:txBody>
      </p:sp>
      <p:sp>
        <p:nvSpPr>
          <p:cNvPr id="446368392" name="PlaceHolder 2"/>
          <p:cNvSpPr>
            <a:spLocks noGrp="1"/>
          </p:cNvSpPr>
          <p:nvPr>
            <p:ph/>
          </p:nvPr>
        </p:nvSpPr>
        <p:spPr bwMode="auto">
          <a:xfrm>
            <a:off x="1187640" y="1200240"/>
            <a:ext cx="7498440" cy="3393720"/>
          </a:xfrm>
          <a:prstGeom prst="rect">
            <a:avLst/>
          </a:prstGeom>
          <a:noFill/>
          <a:ln w="0"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ja-JP" sz="3200" b="0" strike="noStrike" spc="-1">
                <a:solidFill>
                  <a:srgbClr val="FFFFFF"/>
                </a:solidFill>
                <a:latin typeface="IPAゴシック"/>
                <a:ea typeface="IPAゴシック"/>
                <a:cs typeface="IPAゴシック"/>
              </a:rPr>
              <a:t>次回、第</a:t>
            </a:r>
            <a:r>
              <a:rPr lang="en-US" sz="3200" b="0" strike="noStrike" spc="-1">
                <a:solidFill>
                  <a:srgbClr val="FFFFFF"/>
                </a:solidFill>
                <a:latin typeface="IPAゴシック"/>
                <a:ea typeface="IPAゴシック"/>
                <a:cs typeface="IPAゴシック"/>
              </a:rPr>
              <a:t>2</a:t>
            </a:r>
            <a:r>
              <a:rPr lang="ja-JP" sz="3200" b="0" strike="noStrike" spc="-1">
                <a:solidFill>
                  <a:srgbClr val="FFFFFF"/>
                </a:solidFill>
                <a:latin typeface="IPAゴシック"/>
                <a:ea typeface="IPAゴシック"/>
                <a:cs typeface="IPAゴシック"/>
              </a:rPr>
              <a:t>章「資源の収奪、地球運送」。</a:t>
            </a:r>
            <a:endParaRPr sz="3200" b="0" strike="noStrike" spc="-1">
              <a:solidFill>
                <a:srgbClr val="FFFFFF"/>
              </a:solidFill>
              <a:latin typeface="IPAゴシック"/>
              <a:cs typeface="IPAゴシック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ja-JP" sz="3200" b="0" strike="noStrike" spc="-1">
                <a:solidFill>
                  <a:srgbClr val="FFFFFF"/>
                </a:solidFill>
                <a:latin typeface="IPAゴシック"/>
                <a:ea typeface="IPAゴシック"/>
                <a:cs typeface="IPAゴシック"/>
              </a:rPr>
              <a:t>メッセージ</a:t>
            </a:r>
            <a:r>
              <a:rPr lang="en-US" sz="3200" b="0" strike="noStrike" spc="-1">
                <a:solidFill>
                  <a:srgbClr val="FFFFFF"/>
                </a:solidFill>
                <a:latin typeface="IPAゴシック"/>
                <a:ea typeface="IPAゴシック"/>
                <a:cs typeface="IPAゴシック"/>
              </a:rPr>
              <a:t>: </a:t>
            </a:r>
            <a:r>
              <a:rPr lang="ja-JP" sz="3200" b="0" strike="noStrike" spc="-1">
                <a:solidFill>
                  <a:srgbClr val="FFFFFF"/>
                </a:solidFill>
                <a:latin typeface="IPAゴシック"/>
                <a:ea typeface="IPAゴシック"/>
                <a:cs typeface="IPAゴシック"/>
              </a:rPr>
              <a:t>人類は銀河の主へと書き換えられる。</a:t>
            </a:r>
            <a:endParaRPr sz="3200" b="0" strike="noStrike" spc="-1">
              <a:solidFill>
                <a:srgbClr val="FFFFFF"/>
              </a:solidFill>
              <a:latin typeface="IPAゴシック"/>
              <a:cs typeface="IPAゴシック"/>
            </a:endParaRPr>
          </a:p>
        </p:txBody>
      </p:sp>
      <p:pic>
        <p:nvPicPr>
          <p:cNvPr id="276687755" name="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 rotWithShape="1">
          <a:blip r:embed="rId4"/>
          <a:stretch/>
        </p:blipFill>
        <p:spPr bwMode="auto">
          <a:xfrm>
            <a:off x="395447" y="1316911"/>
            <a:ext cx="476249" cy="476249"/>
          </a:xfrm>
          <a:prstGeom prst="rect">
            <a:avLst/>
          </a:prstGeom>
        </p:spPr>
      </p:pic>
      <p:pic>
        <p:nvPicPr>
          <p:cNvPr id="352546370" name="">
            <a:hlinkClick r:id="" action="ppaction://media"/>
          </p:cNvPr>
          <p:cNvPicPr>
            <a:picLocks noChangeAspect="1"/>
          </p:cNvPicPr>
          <p:nvPr>
            <a:audi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 rotWithShape="1">
          <a:blip r:embed="rId7"/>
          <a:stretch/>
        </p:blipFill>
        <p:spPr bwMode="auto">
          <a:xfrm>
            <a:off x="395447" y="2420849"/>
            <a:ext cx="476249" cy="476249"/>
          </a:xfrm>
          <a:prstGeom prst="rect">
            <a:avLst/>
          </a:prstGeom>
        </p:spPr>
      </p:pic>
      <p:pic>
        <p:nvPicPr>
          <p:cNvPr id="423021368" name="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 rotWithShape="1">
          <a:blip r:embed="rId10"/>
          <a:stretch/>
        </p:blipFill>
        <p:spPr bwMode="auto">
          <a:xfrm>
            <a:off x="395447" y="3468062"/>
            <a:ext cx="476249" cy="476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_rels/theme4.xml.rels><?xml version="1.0" encoding="UTF-8" standalone="yes"?><Relationships xmlns="http://schemas.openxmlformats.org/package/2006/relationships"></Relationships>
</file>

<file path=ppt/theme/_rels/theme5.xml.rels><?xml version="1.0" encoding="UTF-8" standalone="yes"?><Relationships xmlns="http://schemas.openxmlformats.org/package/2006/relationships"></Relationships>
</file>

<file path=ppt/theme/_rels/theme6.xml.rels><?xml version="1.0" encoding="UTF-8" standalone="yes"?><Relationships xmlns="http://schemas.openxmlformats.org/package/2006/relationships"></Relationships>
</file>

<file path=ppt/theme/_rels/theme7.xml.rels><?xml version="1.0" encoding="UTF-8" standalone="yes"?><Relationships xmlns="http://schemas.openxmlformats.org/package/2006/relationships"></Relationships>
</file>

<file path=ppt/theme/_rels/theme8.xml.rels><?xml version="1.0" encoding="UTF-8" standalone="yes"?><Relationships xmlns="http://schemas.openxmlformats.org/package/2006/relationships"></Relationships>
</file>

<file path=ppt/theme/_rels/theme9.xml.rels><?xml version="1.0" encoding="UTF-8" standalone="yes"?><Relationships xmlns="http://schemas.openxmlformats.org/package/2006/relationships"></Relationships>
</file>

<file path=ppt/theme/_rels/theme10.xml.rels><?xml version="1.0" encoding="UTF-8" standalone="yes"?><Relationships xmlns="http://schemas.openxmlformats.org/package/2006/relationships"></Relationships>
</file>

<file path=ppt/theme/_rels/theme11.xml.rels><?xml version="1.0" encoding="UTF-8" standalone="yes"?><Relationships xmlns="http://schemas.openxmlformats.org/package/2006/relationships"></Relationships>
</file>

<file path=ppt/theme/_rels/theme1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Corner">
  <a:themeElements>
    <a:clrScheme name="Violet II">
      <a:dk1>
        <a:srgbClr val="000000"/>
      </a:dk1>
      <a:lt1>
        <a:srgbClr val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Corner">
  <a:themeElements>
    <a:clrScheme name="Violet II">
      <a:dk1>
        <a:srgbClr val="000000"/>
      </a:dk1>
      <a:lt1>
        <a:srgbClr val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Corner">
  <a:themeElements>
    <a:clrScheme name="Violet II">
      <a:dk1>
        <a:srgbClr val="000000"/>
      </a:dk1>
      <a:lt1>
        <a:srgbClr val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4.xml><?xml version="1.0" encoding="utf-8"?>
<a:theme xmlns:a="http://schemas.openxmlformats.org/drawingml/2006/main" xmlns:r="http://schemas.openxmlformats.org/officeDocument/2006/relationships" xmlns:p="http://schemas.openxmlformats.org/presentationml/2006/main" name="Corner">
  <a:themeElements>
    <a:clrScheme name="Violet II">
      <a:dk1>
        <a:srgbClr val="000000"/>
      </a:dk1>
      <a:lt1>
        <a:srgbClr val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5.xml><?xml version="1.0" encoding="utf-8"?>
<a:theme xmlns:a="http://schemas.openxmlformats.org/drawingml/2006/main" xmlns:r="http://schemas.openxmlformats.org/officeDocument/2006/relationships" xmlns:p="http://schemas.openxmlformats.org/presentationml/2006/main" name="Corner">
  <a:themeElements>
    <a:clrScheme name="Violet II">
      <a:dk1>
        <a:srgbClr val="000000"/>
      </a:dk1>
      <a:lt1>
        <a:srgbClr val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6.xml><?xml version="1.0" encoding="utf-8"?>
<a:theme xmlns:a="http://schemas.openxmlformats.org/drawingml/2006/main" xmlns:r="http://schemas.openxmlformats.org/officeDocument/2006/relationships" xmlns:p="http://schemas.openxmlformats.org/presentationml/2006/main" name="Corner">
  <a:themeElements>
    <a:clrScheme name="Violet II">
      <a:dk1>
        <a:srgbClr val="000000"/>
      </a:dk1>
      <a:lt1>
        <a:srgbClr val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7.xml><?xml version="1.0" encoding="utf-8"?>
<a:theme xmlns:a="http://schemas.openxmlformats.org/drawingml/2006/main" xmlns:r="http://schemas.openxmlformats.org/officeDocument/2006/relationships" xmlns:p="http://schemas.openxmlformats.org/presentationml/2006/main" name="Corner">
  <a:themeElements>
    <a:clrScheme name="Violet II">
      <a:dk1>
        <a:srgbClr val="000000"/>
      </a:dk1>
      <a:lt1>
        <a:srgbClr val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8.xml><?xml version="1.0" encoding="utf-8"?>
<a:theme xmlns:a="http://schemas.openxmlformats.org/drawingml/2006/main" xmlns:r="http://schemas.openxmlformats.org/officeDocument/2006/relationships" xmlns:p="http://schemas.openxmlformats.org/presentationml/2006/main" name="Corner">
  <a:themeElements>
    <a:clrScheme name="Violet II">
      <a:dk1>
        <a:srgbClr val="000000"/>
      </a:dk1>
      <a:lt1>
        <a:srgbClr val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9.xml><?xml version="1.0" encoding="utf-8"?>
<a:theme xmlns:a="http://schemas.openxmlformats.org/drawingml/2006/main" xmlns:r="http://schemas.openxmlformats.org/officeDocument/2006/relationships" xmlns:p="http://schemas.openxmlformats.org/presentationml/2006/main" name="Corner">
  <a:themeElements>
    <a:clrScheme name="Violet II">
      <a:dk1>
        <a:srgbClr val="000000"/>
      </a:dk1>
      <a:lt1>
        <a:srgbClr val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10.xml><?xml version="1.0" encoding="utf-8"?>
<a:theme xmlns:a="http://schemas.openxmlformats.org/drawingml/2006/main" xmlns:r="http://schemas.openxmlformats.org/officeDocument/2006/relationships" xmlns:p="http://schemas.openxmlformats.org/presentationml/2006/main" name="Corner">
  <a:themeElements>
    <a:clrScheme name="Violet II">
      <a:dk1>
        <a:srgbClr val="000000"/>
      </a:dk1>
      <a:lt1>
        <a:srgbClr val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11.xml><?xml version="1.0" encoding="utf-8"?>
<a:theme xmlns:a="http://schemas.openxmlformats.org/drawingml/2006/main" xmlns:r="http://schemas.openxmlformats.org/officeDocument/2006/relationships" xmlns:p="http://schemas.openxmlformats.org/presentationml/2006/main" name="Corner">
  <a:themeElements>
    <a:clrScheme name="Violet II">
      <a:dk1>
        <a:srgbClr val="000000"/>
      </a:dk1>
      <a:lt1>
        <a:srgbClr val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1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ONLYOFFICE/9.3.0.140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11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Theme 1</vt:lpstr>
      <vt:lpstr>Theme 2</vt:lpstr>
      <vt:lpstr>Theme 3</vt:lpstr>
      <vt:lpstr>Theme 4</vt:lpstr>
      <vt:lpstr>Theme 5</vt:lpstr>
      <vt:lpstr>Theme 6</vt:lpstr>
      <vt:lpstr>Theme 7</vt:lpstr>
      <vt:lpstr>Theme 8</vt:lpstr>
      <vt:lpstr>Theme 9</vt:lpstr>
      <vt:lpstr>Theme 10</vt:lpstr>
      <vt:lpstr>Theme 11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dc:language>ja-JP</dc:language>
  <cp:lastModifiedBy/>
  <cp:revision>7</cp:revision>
  <dcterms:created xsi:type="dcterms:W3CDTF">2026-03-04T03:46:40Z</dcterms:created>
  <dcterms:modified xsi:type="dcterms:W3CDTF">2026-03-04T09:05:45Z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8</vt:i4>
  </property>
  <property fmtid="{D5CDD505-2E9C-101B-9397-08002B2CF9AE}" pid="4" name="PresentationFormat">
    <vt:lpwstr>On-screen Show (4:3)</vt:lpwstr>
  </property>
  <property fmtid="{D5CDD505-2E9C-101B-9397-08002B2CF9AE}" pid="5" name="Slides">
    <vt:i4>8</vt:i4>
  </property>
</Properties>
</file>